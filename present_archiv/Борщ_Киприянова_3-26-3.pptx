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0" r:id="rId5"/>
    <p:sldId id="301" r:id="rId6"/>
    <p:sldId id="302" r:id="rId7"/>
    <p:sldId id="304" r:id="rId8"/>
    <p:sldId id="306" r:id="rId9"/>
    <p:sldId id="307" r:id="rId10"/>
    <p:sldId id="312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981468-13A5-4CF3-BEBA-C29764948FD2}" v="1" dt="2026-09-22T18:42:05.600"/>
    <p1510:client id="{FE687CBF-3DC0-4E79-9739-4A5B885D8274}" v="353" dt="2026-09-22T18:39:37.453"/>
  </p1510:revLst>
</p1510:revInfo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/>
    <p:restoredTop sz="94682"/>
  </p:normalViewPr>
  <p:slideViewPr>
    <p:cSldViewPr snapToGrid="0">
      <p:cViewPr>
        <p:scale>
          <a:sx n="100" d="100"/>
          <a:sy n="100" d="100"/>
        </p:scale>
        <p:origin x="58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орщ Настя" userId="bc6bdfcb3f854f4f" providerId="Windows Live" clId="Web-{FE687CBF-3DC0-4E79-9739-4A5B885D8274}"/>
    <pc:docChg chg="delSld modSld sldOrd">
      <pc:chgData name="Борщ Настя" userId="bc6bdfcb3f854f4f" providerId="Windows Live" clId="Web-{FE687CBF-3DC0-4E79-9739-4A5B885D8274}" dt="2026-09-22T18:39:37.453" v="345" actId="1076"/>
      <pc:docMkLst>
        <pc:docMk/>
      </pc:docMkLst>
      <pc:sldChg chg="modSp">
        <pc:chgData name="Борщ Настя" userId="bc6bdfcb3f854f4f" providerId="Windows Live" clId="Web-{FE687CBF-3DC0-4E79-9739-4A5B885D8274}" dt="2026-09-22T18:11:03.857" v="42" actId="20577"/>
        <pc:sldMkLst>
          <pc:docMk/>
          <pc:sldMk cId="1068343606" sldId="300"/>
        </pc:sldMkLst>
        <pc:spChg chg="mod">
          <ac:chgData name="Борщ Настя" userId="bc6bdfcb3f854f4f" providerId="Windows Live" clId="Web-{FE687CBF-3DC0-4E79-9739-4A5B885D8274}" dt="2026-09-22T18:08:31.622" v="3" actId="20577"/>
          <ac:spMkLst>
            <pc:docMk/>
            <pc:sldMk cId="1068343606" sldId="300"/>
            <ac:spMk id="2" creationId="{1E440570-13B1-E20C-28EA-4514891DB373}"/>
          </ac:spMkLst>
        </pc:spChg>
        <pc:spChg chg="mod">
          <ac:chgData name="Борщ Настя" userId="bc6bdfcb3f854f4f" providerId="Windows Live" clId="Web-{FE687CBF-3DC0-4E79-9739-4A5B885D8274}" dt="2026-09-22T18:11:03.857" v="42" actId="20577"/>
          <ac:spMkLst>
            <pc:docMk/>
            <pc:sldMk cId="1068343606" sldId="300"/>
            <ac:spMk id="3" creationId="{E9D97285-76D8-7E4B-5301-2C5C7F50D0A6}"/>
          </ac:spMkLst>
        </pc:spChg>
      </pc:sldChg>
      <pc:sldChg chg="modSp">
        <pc:chgData name="Борщ Настя" userId="bc6bdfcb3f854f4f" providerId="Windows Live" clId="Web-{FE687CBF-3DC0-4E79-9739-4A5B885D8274}" dt="2026-09-22T18:15:03.514" v="102" actId="1076"/>
        <pc:sldMkLst>
          <pc:docMk/>
          <pc:sldMk cId="1659570168" sldId="301"/>
        </pc:sldMkLst>
        <pc:spChg chg="mod">
          <ac:chgData name="Борщ Настя" userId="bc6bdfcb3f854f4f" providerId="Windows Live" clId="Web-{FE687CBF-3DC0-4E79-9739-4A5B885D8274}" dt="2026-09-22T18:15:03.514" v="102" actId="1076"/>
          <ac:spMkLst>
            <pc:docMk/>
            <pc:sldMk cId="1659570168" sldId="301"/>
            <ac:spMk id="3" creationId="{009B3696-52AB-4FB9-4BF7-D8F7C8A7567E}"/>
          </ac:spMkLst>
        </pc:spChg>
        <pc:spChg chg="mod">
          <ac:chgData name="Борщ Настя" userId="bc6bdfcb3f854f4f" providerId="Windows Live" clId="Web-{FE687CBF-3DC0-4E79-9739-4A5B885D8274}" dt="2026-09-22T18:11:37.919" v="46" actId="20577"/>
          <ac:spMkLst>
            <pc:docMk/>
            <pc:sldMk cId="1659570168" sldId="301"/>
            <ac:spMk id="4" creationId="{CC35764A-06BF-17D4-EE6D-670F5F3FC09A}"/>
          </ac:spMkLst>
        </pc:spChg>
      </pc:sldChg>
      <pc:sldChg chg="addSp delSp modSp">
        <pc:chgData name="Борщ Настя" userId="bc6bdfcb3f854f4f" providerId="Windows Live" clId="Web-{FE687CBF-3DC0-4E79-9739-4A5B885D8274}" dt="2026-09-22T18:21:59.295" v="150"/>
        <pc:sldMkLst>
          <pc:docMk/>
          <pc:sldMk cId="3350161283" sldId="302"/>
        </pc:sldMkLst>
        <pc:spChg chg="mod">
          <ac:chgData name="Борщ Настя" userId="bc6bdfcb3f854f4f" providerId="Windows Live" clId="Web-{FE687CBF-3DC0-4E79-9739-4A5B885D8274}" dt="2026-09-22T18:20:09.561" v="148" actId="1076"/>
          <ac:spMkLst>
            <pc:docMk/>
            <pc:sldMk cId="3350161283" sldId="302"/>
            <ac:spMk id="4" creationId="{8D520FC2-50B3-A72C-35FF-E2289F7FF82B}"/>
          </ac:spMkLst>
        </pc:spChg>
        <pc:spChg chg="mod">
          <ac:chgData name="Борщ Настя" userId="bc6bdfcb3f854f4f" providerId="Windows Live" clId="Web-{FE687CBF-3DC0-4E79-9739-4A5B885D8274}" dt="2026-09-22T18:16:51.357" v="118" actId="14100"/>
          <ac:spMkLst>
            <pc:docMk/>
            <pc:sldMk cId="3350161283" sldId="302"/>
            <ac:spMk id="5" creationId="{F9B338E8-1DBC-0FE2-455A-82806A977572}"/>
          </ac:spMkLst>
        </pc:spChg>
        <pc:spChg chg="add del mod">
          <ac:chgData name="Борщ Настя" userId="bc6bdfcb3f854f4f" providerId="Windows Live" clId="Web-{FE687CBF-3DC0-4E79-9739-4A5B885D8274}" dt="2026-09-22T18:21:59.295" v="150"/>
          <ac:spMkLst>
            <pc:docMk/>
            <pc:sldMk cId="3350161283" sldId="302"/>
            <ac:spMk id="7" creationId="{BC96094F-BED3-5433-A207-59EA3E9CDF1B}"/>
          </ac:spMkLst>
        </pc:spChg>
        <pc:picChg chg="del">
          <ac:chgData name="Борщ Настя" userId="bc6bdfcb3f854f4f" providerId="Windows Live" clId="Web-{FE687CBF-3DC0-4E79-9739-4A5B885D8274}" dt="2026-09-22T18:21:50.889" v="149"/>
          <ac:picMkLst>
            <pc:docMk/>
            <pc:sldMk cId="3350161283" sldId="302"/>
            <ac:picMk id="6" creationId="{FB7B48B3-A30C-B793-6181-B4305288F6C4}"/>
          </ac:picMkLst>
        </pc:picChg>
        <pc:picChg chg="add mod ord">
          <ac:chgData name="Борщ Настя" userId="bc6bdfcb3f854f4f" providerId="Windows Live" clId="Web-{FE687CBF-3DC0-4E79-9739-4A5B885D8274}" dt="2026-09-22T18:21:59.295" v="150"/>
          <ac:picMkLst>
            <pc:docMk/>
            <pc:sldMk cId="3350161283" sldId="302"/>
            <ac:picMk id="8" creationId="{D595D369-4088-780A-EBAF-667500C72DD4}"/>
          </ac:picMkLst>
        </pc:picChg>
      </pc:sldChg>
      <pc:sldChg chg="del">
        <pc:chgData name="Борщ Настя" userId="bc6bdfcb3f854f4f" providerId="Windows Live" clId="Web-{FE687CBF-3DC0-4E79-9739-4A5B885D8274}" dt="2026-09-22T18:27:07.499" v="198"/>
        <pc:sldMkLst>
          <pc:docMk/>
          <pc:sldMk cId="2609339035" sldId="303"/>
        </pc:sldMkLst>
      </pc:sldChg>
      <pc:sldChg chg="modSp ord">
        <pc:chgData name="Борщ Настя" userId="bc6bdfcb3f854f4f" providerId="Windows Live" clId="Web-{FE687CBF-3DC0-4E79-9739-4A5B885D8274}" dt="2026-09-22T18:25:36.124" v="197" actId="1076"/>
        <pc:sldMkLst>
          <pc:docMk/>
          <pc:sldMk cId="3110353853" sldId="304"/>
        </pc:sldMkLst>
        <pc:spChg chg="mod">
          <ac:chgData name="Борщ Настя" userId="bc6bdfcb3f854f4f" providerId="Windows Live" clId="Web-{FE687CBF-3DC0-4E79-9739-4A5B885D8274}" dt="2026-09-22T18:25:36.124" v="197" actId="1076"/>
          <ac:spMkLst>
            <pc:docMk/>
            <pc:sldMk cId="3110353853" sldId="304"/>
            <ac:spMk id="3" creationId="{71A1CBCB-2951-076C-4CAB-1BC00C3F17D8}"/>
          </ac:spMkLst>
        </pc:spChg>
        <pc:spChg chg="mod">
          <ac:chgData name="Борщ Настя" userId="bc6bdfcb3f854f4f" providerId="Windows Live" clId="Web-{FE687CBF-3DC0-4E79-9739-4A5B885D8274}" dt="2026-09-22T18:23:58.717" v="180" actId="20577"/>
          <ac:spMkLst>
            <pc:docMk/>
            <pc:sldMk cId="3110353853" sldId="304"/>
            <ac:spMk id="4" creationId="{AD6FD60E-B013-52DF-354C-D8DB8814C97A}"/>
          </ac:spMkLst>
        </pc:spChg>
      </pc:sldChg>
      <pc:sldChg chg="del">
        <pc:chgData name="Борщ Настя" userId="bc6bdfcb3f854f4f" providerId="Windows Live" clId="Web-{FE687CBF-3DC0-4E79-9739-4A5B885D8274}" dt="2026-09-22T18:27:09.562" v="199"/>
        <pc:sldMkLst>
          <pc:docMk/>
          <pc:sldMk cId="3901938355" sldId="305"/>
        </pc:sldMkLst>
      </pc:sldChg>
      <pc:sldChg chg="addSp delSp modSp">
        <pc:chgData name="Борщ Настя" userId="bc6bdfcb3f854f4f" providerId="Windows Live" clId="Web-{FE687CBF-3DC0-4E79-9739-4A5B885D8274}" dt="2026-09-22T18:31:57.968" v="222" actId="1076"/>
        <pc:sldMkLst>
          <pc:docMk/>
          <pc:sldMk cId="2661174512" sldId="306"/>
        </pc:sldMkLst>
        <pc:spChg chg="del mod">
          <ac:chgData name="Борщ Настя" userId="bc6bdfcb3f854f4f" providerId="Windows Live" clId="Web-{FE687CBF-3DC0-4E79-9739-4A5B885D8274}" dt="2026-09-22T18:31:45.078" v="220"/>
          <ac:spMkLst>
            <pc:docMk/>
            <pc:sldMk cId="2661174512" sldId="306"/>
            <ac:spMk id="3" creationId="{9E11D155-25E1-8B68-CB50-937B45BF4B27}"/>
          </ac:spMkLst>
        </pc:spChg>
        <pc:spChg chg="mod">
          <ac:chgData name="Борщ Настя" userId="bc6bdfcb3f854f4f" providerId="Windows Live" clId="Web-{FE687CBF-3DC0-4E79-9739-4A5B885D8274}" dt="2026-09-22T18:31:09.546" v="217" actId="1076"/>
          <ac:spMkLst>
            <pc:docMk/>
            <pc:sldMk cId="2661174512" sldId="306"/>
            <ac:spMk id="4" creationId="{024F4A17-E5E3-3BBB-506A-67A82AC57277}"/>
          </ac:spMkLst>
        </pc:spChg>
        <pc:spChg chg="add del mod">
          <ac:chgData name="Борщ Настя" userId="bc6bdfcb3f854f4f" providerId="Windows Live" clId="Web-{FE687CBF-3DC0-4E79-9739-4A5B885D8274}" dt="2026-09-22T18:28:36.343" v="204"/>
          <ac:spMkLst>
            <pc:docMk/>
            <pc:sldMk cId="2661174512" sldId="306"/>
            <ac:spMk id="6" creationId="{670D8244-F665-9D76-AD34-283E012C3CCC}"/>
          </ac:spMkLst>
        </pc:spChg>
        <pc:spChg chg="add del mod">
          <ac:chgData name="Борщ Настя" userId="bc6bdfcb3f854f4f" providerId="Windows Live" clId="Web-{FE687CBF-3DC0-4E79-9739-4A5B885D8274}" dt="2026-09-22T18:29:27.124" v="207"/>
          <ac:spMkLst>
            <pc:docMk/>
            <pc:sldMk cId="2661174512" sldId="306"/>
            <ac:spMk id="9" creationId="{FCA5185A-F996-DEF0-5D80-6457BD5996F6}"/>
          </ac:spMkLst>
        </pc:spChg>
        <pc:spChg chg="add del mod">
          <ac:chgData name="Борщ Настя" userId="bc6bdfcb3f854f4f" providerId="Windows Live" clId="Web-{FE687CBF-3DC0-4E79-9739-4A5B885D8274}" dt="2026-09-22T18:29:54.827" v="209"/>
          <ac:spMkLst>
            <pc:docMk/>
            <pc:sldMk cId="2661174512" sldId="306"/>
            <ac:spMk id="13" creationId="{17F560AF-076A-060B-B578-5D84E38CF7FA}"/>
          </ac:spMkLst>
        </pc:spChg>
        <pc:spChg chg="add del mod">
          <ac:chgData name="Борщ Настя" userId="bc6bdfcb3f854f4f" providerId="Windows Live" clId="Web-{FE687CBF-3DC0-4E79-9739-4A5B885D8274}" dt="2026-09-22T18:30:08.609" v="213"/>
          <ac:spMkLst>
            <pc:docMk/>
            <pc:sldMk cId="2661174512" sldId="306"/>
            <ac:spMk id="16" creationId="{E602A2CF-0830-1B7D-76CD-2360A1B553CA}"/>
          </ac:spMkLst>
        </pc:spChg>
        <pc:picChg chg="add del mod ord">
          <ac:chgData name="Борщ Настя" userId="bc6bdfcb3f854f4f" providerId="Windows Live" clId="Web-{FE687CBF-3DC0-4E79-9739-4A5B885D8274}" dt="2026-09-22T18:28:50.187" v="206"/>
          <ac:picMkLst>
            <pc:docMk/>
            <pc:sldMk cId="2661174512" sldId="306"/>
            <ac:picMk id="7" creationId="{E22219B6-5A4A-3BC3-D433-DB6FEE543E6C}"/>
          </ac:picMkLst>
        </pc:picChg>
        <pc:picChg chg="del">
          <ac:chgData name="Борщ Настя" userId="bc6bdfcb3f854f4f" providerId="Windows Live" clId="Web-{FE687CBF-3DC0-4E79-9739-4A5B885D8274}" dt="2026-09-22T18:27:26.405" v="203"/>
          <ac:picMkLst>
            <pc:docMk/>
            <pc:sldMk cId="2661174512" sldId="306"/>
            <ac:picMk id="10" creationId="{E506EBFB-3935-41C7-DC88-8D97961C43B0}"/>
          </ac:picMkLst>
        </pc:picChg>
        <pc:picChg chg="add del mod ord">
          <ac:chgData name="Борщ Настя" userId="bc6bdfcb3f854f4f" providerId="Windows Live" clId="Web-{FE687CBF-3DC0-4E79-9739-4A5B885D8274}" dt="2026-09-22T18:29:36.999" v="208"/>
          <ac:picMkLst>
            <pc:docMk/>
            <pc:sldMk cId="2661174512" sldId="306"/>
            <ac:picMk id="11" creationId="{E6BEB753-711F-956A-B935-C88BF78A8178}"/>
          </ac:picMkLst>
        </pc:picChg>
        <pc:picChg chg="add del mod ord">
          <ac:chgData name="Борщ Настя" userId="bc6bdfcb3f854f4f" providerId="Windows Live" clId="Web-{FE687CBF-3DC0-4E79-9739-4A5B885D8274}" dt="2026-09-22T18:30:03.999" v="212"/>
          <ac:picMkLst>
            <pc:docMk/>
            <pc:sldMk cId="2661174512" sldId="306"/>
            <ac:picMk id="14" creationId="{DEE6F781-8FED-BC44-DDAB-CAE0EDBE8664}"/>
          </ac:picMkLst>
        </pc:picChg>
        <pc:picChg chg="add mod">
          <ac:chgData name="Борщ Настя" userId="bc6bdfcb3f854f4f" providerId="Windows Live" clId="Web-{FE687CBF-3DC0-4E79-9739-4A5B885D8274}" dt="2026-09-22T18:31:57.968" v="222" actId="1076"/>
          <ac:picMkLst>
            <pc:docMk/>
            <pc:sldMk cId="2661174512" sldId="306"/>
            <ac:picMk id="17" creationId="{9CF87013-EAE7-DAA0-5E94-644030DAF31F}"/>
          </ac:picMkLst>
        </pc:picChg>
      </pc:sldChg>
      <pc:sldChg chg="delSp modSp">
        <pc:chgData name="Борщ Настя" userId="bc6bdfcb3f854f4f" providerId="Windows Live" clId="Web-{FE687CBF-3DC0-4E79-9739-4A5B885D8274}" dt="2026-09-22T18:39:02.813" v="331" actId="20577"/>
        <pc:sldMkLst>
          <pc:docMk/>
          <pc:sldMk cId="2585735354" sldId="307"/>
        </pc:sldMkLst>
        <pc:spChg chg="del mod">
          <ac:chgData name="Борщ Настя" userId="bc6bdfcb3f854f4f" providerId="Windows Live" clId="Web-{FE687CBF-3DC0-4E79-9739-4A5B885D8274}" dt="2026-09-22T18:33:11.734" v="236"/>
          <ac:spMkLst>
            <pc:docMk/>
            <pc:sldMk cId="2585735354" sldId="307"/>
            <ac:spMk id="3" creationId="{0C84F0D7-D28A-591C-9599-2D7138FCEFD3}"/>
          </ac:spMkLst>
        </pc:spChg>
        <pc:spChg chg="mod">
          <ac:chgData name="Борщ Настя" userId="bc6bdfcb3f854f4f" providerId="Windows Live" clId="Web-{FE687CBF-3DC0-4E79-9739-4A5B885D8274}" dt="2026-09-22T18:33:03.375" v="234" actId="20577"/>
          <ac:spMkLst>
            <pc:docMk/>
            <pc:sldMk cId="2585735354" sldId="307"/>
            <ac:spMk id="4" creationId="{0FC7F6E0-EEF5-DF18-032D-5675E3E4163B}"/>
          </ac:spMkLst>
        </pc:spChg>
        <pc:spChg chg="mod">
          <ac:chgData name="Борщ Настя" userId="bc6bdfcb3f854f4f" providerId="Windows Live" clId="Web-{FE687CBF-3DC0-4E79-9739-4A5B885D8274}" dt="2026-09-22T18:39:02.813" v="331" actId="20577"/>
          <ac:spMkLst>
            <pc:docMk/>
            <pc:sldMk cId="2585735354" sldId="307"/>
            <ac:spMk id="5" creationId="{570A5048-2A9E-8039-0515-DD55D6645F23}"/>
          </ac:spMkLst>
        </pc:spChg>
      </pc:sldChg>
      <pc:sldChg chg="del">
        <pc:chgData name="Борщ Настя" userId="bc6bdfcb3f854f4f" providerId="Windows Live" clId="Web-{FE687CBF-3DC0-4E79-9739-4A5B885D8274}" dt="2026-09-22T18:32:54.531" v="226"/>
        <pc:sldMkLst>
          <pc:docMk/>
          <pc:sldMk cId="2524601993" sldId="308"/>
        </pc:sldMkLst>
      </pc:sldChg>
      <pc:sldChg chg="del">
        <pc:chgData name="Борщ Настя" userId="bc6bdfcb3f854f4f" providerId="Windows Live" clId="Web-{FE687CBF-3DC0-4E79-9739-4A5B885D8274}" dt="2026-09-22T18:32:43.171" v="225"/>
        <pc:sldMkLst>
          <pc:docMk/>
          <pc:sldMk cId="3684176228" sldId="309"/>
        </pc:sldMkLst>
      </pc:sldChg>
      <pc:sldChg chg="del">
        <pc:chgData name="Борщ Настя" userId="bc6bdfcb3f854f4f" providerId="Windows Live" clId="Web-{FE687CBF-3DC0-4E79-9739-4A5B885D8274}" dt="2026-09-22T18:32:40.640" v="224"/>
        <pc:sldMkLst>
          <pc:docMk/>
          <pc:sldMk cId="2320696838" sldId="310"/>
        </pc:sldMkLst>
      </pc:sldChg>
      <pc:sldChg chg="del">
        <pc:chgData name="Борщ Настя" userId="bc6bdfcb3f854f4f" providerId="Windows Live" clId="Web-{FE687CBF-3DC0-4E79-9739-4A5B885D8274}" dt="2026-09-22T18:32:38.218" v="223"/>
        <pc:sldMkLst>
          <pc:docMk/>
          <pc:sldMk cId="3662048715" sldId="311"/>
        </pc:sldMkLst>
      </pc:sldChg>
      <pc:sldChg chg="delSp modSp">
        <pc:chgData name="Борщ Настя" userId="bc6bdfcb3f854f4f" providerId="Windows Live" clId="Web-{FE687CBF-3DC0-4E79-9739-4A5B885D8274}" dt="2026-09-22T18:39:37.453" v="345" actId="1076"/>
        <pc:sldMkLst>
          <pc:docMk/>
          <pc:sldMk cId="4235689170" sldId="312"/>
        </pc:sldMkLst>
        <pc:spChg chg="del mod">
          <ac:chgData name="Борщ Настя" userId="bc6bdfcb3f854f4f" providerId="Windows Live" clId="Web-{FE687CBF-3DC0-4E79-9739-4A5B885D8274}" dt="2026-09-22T18:39:26.250" v="342"/>
          <ac:spMkLst>
            <pc:docMk/>
            <pc:sldMk cId="4235689170" sldId="312"/>
            <ac:spMk id="2" creationId="{CE3B3CC7-49C3-34B4-FBDB-34C97767B918}"/>
          </ac:spMkLst>
        </pc:spChg>
        <pc:spChg chg="mod">
          <ac:chgData name="Борщ Настя" userId="bc6bdfcb3f854f4f" providerId="Windows Live" clId="Web-{FE687CBF-3DC0-4E79-9739-4A5B885D8274}" dt="2026-09-22T18:39:37.453" v="345" actId="1076"/>
          <ac:spMkLst>
            <pc:docMk/>
            <pc:sldMk cId="4235689170" sldId="312"/>
            <ac:spMk id="3" creationId="{5D3531FC-30B1-5F17-6B06-9AE6CF5584A4}"/>
          </ac:spMkLst>
        </pc:spChg>
      </pc:sldChg>
    </pc:docChg>
  </pc:docChgLst>
  <pc:docChgLst>
    <pc:chgData name="Борщ Настя" userId="bc6bdfcb3f854f4f" providerId="Windows Live" clId="Web-{4D981468-13A5-4CF3-BEBA-C29764948FD2}"/>
    <pc:docChg chg="modSld">
      <pc:chgData name="Борщ Настя" userId="bc6bdfcb3f854f4f" providerId="Windows Live" clId="Web-{4D981468-13A5-4CF3-BEBA-C29764948FD2}" dt="2026-09-22T18:42:05.600" v="0" actId="1076"/>
      <pc:docMkLst>
        <pc:docMk/>
      </pc:docMkLst>
      <pc:sldChg chg="modSp">
        <pc:chgData name="Борщ Настя" userId="bc6bdfcb3f854f4f" providerId="Windows Live" clId="Web-{4D981468-13A5-4CF3-BEBA-C29764948FD2}" dt="2026-09-22T18:42:05.600" v="0" actId="1076"/>
        <pc:sldMkLst>
          <pc:docMk/>
          <pc:sldMk cId="1068343606" sldId="300"/>
        </pc:sldMkLst>
        <pc:spChg chg="mod">
          <ac:chgData name="Борщ Настя" userId="bc6bdfcb3f854f4f" providerId="Windows Live" clId="Web-{4D981468-13A5-4CF3-BEBA-C29764948FD2}" dt="2026-09-22T18:42:05.600" v="0" actId="1076"/>
          <ac:spMkLst>
            <pc:docMk/>
            <pc:sldMk cId="1068343606" sldId="300"/>
            <ac:spMk id="2" creationId="{1E440570-13B1-E20C-28EA-4514891DB3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15/10/2024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noProof="0"/>
              <a:t>15/10/2024</a:t>
            </a:r>
            <a:endParaRPr lang="en-US" noProof="0" dirty="0"/>
          </a:p>
        </p:txBody>
      </p:sp>
      <p:sp>
        <p:nvSpPr>
          <p:cNvPr id="4" name="Местозаполнитель изображения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 noProof="0"/>
              <a:t>Образец текста</a:t>
            </a:r>
          </a:p>
          <a:p>
            <a:pPr lvl="1" rtl="0"/>
            <a:r>
              <a:rPr lang="ru" noProof="0"/>
              <a:t>Второй уровень</a:t>
            </a:r>
          </a:p>
          <a:p>
            <a:pPr lvl="2" rtl="0"/>
            <a:r>
              <a:rPr lang="ru" noProof="0"/>
              <a:t>Третий уровень</a:t>
            </a:r>
          </a:p>
          <a:p>
            <a:pPr lvl="3" rtl="0"/>
            <a:r>
              <a:rPr lang="ru" noProof="0"/>
              <a:t>Четвертый уровень</a:t>
            </a:r>
          </a:p>
          <a:p>
            <a:pPr lvl="4" rtl="0"/>
            <a:r>
              <a:rPr lang="ru" noProof="0"/>
              <a:t>Пятый уровень</a:t>
            </a:r>
          </a:p>
        </p:txBody>
      </p:sp>
      <p:sp>
        <p:nvSpPr>
          <p:cNvPr id="6" name="Место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ru" noProof="0"/>
              <a:t>Добавьте нижний колонтитул</a:t>
            </a:r>
          </a:p>
        </p:txBody>
      </p:sp>
      <p:sp>
        <p:nvSpPr>
          <p:cNvPr id="7" name="Местозаполнитель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 lIns="91440" tIns="45720" rIns="91440" bIns="45720" rtlCol="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"/>
              <a:t>Щелкните, чтобы изменить стили шрифтов на образце слайда</a:t>
            </a:r>
          </a:p>
        </p:txBody>
      </p:sp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BD2B87EC-C19D-D312-C5D1-68C7B3D3F34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577" r="47068" b="26177"/>
          <a:stretch/>
        </p:blipFill>
        <p:spPr>
          <a:xfrm rot="5400000" flipH="1" flipV="1">
            <a:off x="8037001" y="-183083"/>
            <a:ext cx="3971922" cy="4338081"/>
          </a:xfrm>
          <a:prstGeom prst="rect">
            <a:avLst/>
          </a:prstGeom>
        </p:spPr>
      </p:pic>
      <p:pic>
        <p:nvPicPr>
          <p:cNvPr id="17" name="Графический объект 16">
            <a:extLst>
              <a:ext uri="{FF2B5EF4-FFF2-40B4-BE49-F238E27FC236}">
                <a16:creationId xmlns:a16="http://schemas.microsoft.com/office/drawing/2014/main" id="{CA27C1C0-4175-DDF3-7F04-05A1FF4F83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1" r="26660" b="31913"/>
          <a:stretch/>
        </p:blipFill>
        <p:spPr>
          <a:xfrm flipH="1">
            <a:off x="-2" y="2786671"/>
            <a:ext cx="2626743" cy="407133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8F59A96A-1EEC-D106-BC8B-FBC3D022D6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606"/>
          <a:stretch/>
        </p:blipFill>
        <p:spPr>
          <a:xfrm flipH="1">
            <a:off x="1634272" y="4519948"/>
            <a:ext cx="3527989" cy="23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30550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040" y="996696"/>
            <a:ext cx="6528816" cy="914400"/>
          </a:xfrm>
        </p:spPr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8" name="Замещающая рамка рисунка 7">
            <a:extLst>
              <a:ext uri="{FF2B5EF4-FFF2-40B4-BE49-F238E27FC236}">
                <a16:creationId xmlns:a16="http://schemas.microsoft.com/office/drawing/2014/main" id="{83C7080A-051C-2507-F252-F68346430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96950"/>
            <a:ext cx="3971925" cy="58578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19472" y="2130552"/>
            <a:ext cx="6510528" cy="3959352"/>
          </a:xfrm>
        </p:spPr>
        <p:txBody>
          <a:bodyPr rtlCol="0" anchor="b"/>
          <a:lstStyle>
            <a:lvl1pPr marL="0" indent="0">
              <a:buNone/>
              <a:defRPr/>
            </a:lvl1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0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 lIns="91440" tIns="45720" rIns="91440" bIns="45720" rtlCol="0"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5001768"/>
            <a:ext cx="7251192" cy="1088136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"/>
              <a:t>Щелкните, чтобы изменить стили шрифтов на образце слайда</a:t>
            </a:r>
          </a:p>
        </p:txBody>
      </p:sp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EDBCB114-3994-3B78-91C3-3970219AB0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5397" b="35439"/>
          <a:stretch/>
        </p:blipFill>
        <p:spPr>
          <a:xfrm rot="16200000">
            <a:off x="8573175" y="595473"/>
            <a:ext cx="3527989" cy="3709665"/>
          </a:xfrm>
          <a:prstGeom prst="rect">
            <a:avLst/>
          </a:prstGeom>
        </p:spPr>
      </p:pic>
      <p:pic>
        <p:nvPicPr>
          <p:cNvPr id="4" name="Графический объект 3">
            <a:extLst>
              <a:ext uri="{FF2B5EF4-FFF2-40B4-BE49-F238E27FC236}">
                <a16:creationId xmlns:a16="http://schemas.microsoft.com/office/drawing/2014/main" id="{1954D399-E3CD-888F-FCF9-DA0F34C64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157" b="13214"/>
          <a:stretch/>
        </p:blipFill>
        <p:spPr>
          <a:xfrm>
            <a:off x="8329613" y="3429000"/>
            <a:ext cx="3862387" cy="3429000"/>
          </a:xfrm>
          <a:prstGeom prst="rect">
            <a:avLst/>
          </a:prstGeom>
        </p:spPr>
      </p:pic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4CC75E85-8A16-65D2-BB9D-7966D18A9C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r="47260" b="26651"/>
          <a:stretch/>
        </p:blipFill>
        <p:spPr>
          <a:xfrm rot="16200000" flipV="1">
            <a:off x="197728" y="-197735"/>
            <a:ext cx="3914776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8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9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0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 lIns="91440" tIns="45720" rIns="91440" bIns="45720"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927" name="Замещающая рамка рисунка 926">
            <a:extLst>
              <a:ext uri="{FF2B5EF4-FFF2-40B4-BE49-F238E27FC236}">
                <a16:creationId xmlns:a16="http://schemas.microsoft.com/office/drawing/2014/main" id="{E0D9F5FD-31A3-F83E-0559-2C0434E00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0"/>
            <a:ext cx="3971925" cy="5857875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 dirty="0"/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AE730C61-B0A5-15E4-EBDC-4DAA74F0270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652" b="34005"/>
          <a:stretch/>
        </p:blipFill>
        <p:spPr>
          <a:xfrm rot="5400000" flipH="1" flipV="1">
            <a:off x="9278992" y="3944992"/>
            <a:ext cx="2764120" cy="3061895"/>
          </a:xfrm>
          <a:prstGeom prst="rect">
            <a:avLst/>
          </a:prstGeom>
        </p:spPr>
      </p:pic>
      <p:pic>
        <p:nvPicPr>
          <p:cNvPr id="876" name="Графический объект 875">
            <a:extLst>
              <a:ext uri="{FF2B5EF4-FFF2-40B4-BE49-F238E27FC236}">
                <a16:creationId xmlns:a16="http://schemas.microsoft.com/office/drawing/2014/main" id="{1AD600CE-8F3B-12A6-46EE-EFDBB7A1BB9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805" b="26651"/>
          <a:stretch/>
        </p:blipFill>
        <p:spPr>
          <a:xfrm rot="5400000">
            <a:off x="440621" y="2988379"/>
            <a:ext cx="3428999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2" name="Замещающая рамка рисунка 7">
            <a:extLst>
              <a:ext uri="{FF2B5EF4-FFF2-40B4-BE49-F238E27FC236}">
                <a16:creationId xmlns:a16="http://schemas.microsoft.com/office/drawing/2014/main" id="{1153E704-93AB-7E5D-6EB0-56FA23E7BC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30552"/>
            <a:ext cx="5641848" cy="3959352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b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5" name="Местозаполнитель содержимого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rtlCol="0" anchor="t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rtlCol="0" anchor="t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5" name="Местозаполнитель содержимого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rtlCol="0" anchor="t"/>
          <a:lstStyle>
            <a:lvl1pPr marL="347472">
              <a:defRPr/>
            </a:lvl1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32" y="2176272"/>
            <a:ext cx="5907024" cy="3959352"/>
          </a:xfrm>
        </p:spPr>
        <p:txBody>
          <a:bodyPr rtlCol="0" anchor="t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3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/>
              <a:t>Щелкните, чтобы изменить стиль шрифта заголовка на образце слайда</a:t>
            </a:r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76272"/>
            <a:ext cx="10652760" cy="3959352"/>
          </a:xfrm>
        </p:spPr>
        <p:txBody>
          <a:bodyPr rtlCol="0" anchor="t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"/>
              <a:t>Добавьте нижний колонтитул</a:t>
            </a: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ctr" rtl="0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 lIns="91440" tIns="45720" rIns="91440" bIns="45720" rtlCol="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 rtlCol="0"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"/>
              <a:t>Щелкните, чтобы изменить стили шрифтов на образце слайда</a:t>
            </a:r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F291867A-07AF-138A-AC57-59D328A6095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2" r="19404" b="26232"/>
          <a:stretch/>
        </p:blipFill>
        <p:spPr>
          <a:xfrm rot="5400000" flipH="1" flipV="1">
            <a:off x="8651875" y="625473"/>
            <a:ext cx="4165601" cy="2914652"/>
          </a:xfrm>
          <a:prstGeom prst="rect">
            <a:avLst/>
          </a:prstGeom>
        </p:spPr>
      </p:pic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F7C5AD9-C0FD-61EF-DDC7-8F470141994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3" t="-8495" r="43883" b="25558"/>
          <a:stretch/>
        </p:blipFill>
        <p:spPr>
          <a:xfrm>
            <a:off x="10201275" y="1898651"/>
            <a:ext cx="1990725" cy="4959349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3398A539-AF73-E115-3EDF-231BC59E68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27" t="1169" r="27094" b="32980"/>
          <a:stretch/>
        </p:blipFill>
        <p:spPr>
          <a:xfrm rot="10800000" flipV="1">
            <a:off x="-1" y="2988379"/>
            <a:ext cx="5335584" cy="38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заголовка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" noProof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2450591"/>
            <a:ext cx="10652761" cy="34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 noProof="0"/>
              <a:t>Щелкните, чтобы изменить стили текста образца слайда</a:t>
            </a:r>
          </a:p>
          <a:p>
            <a:pPr lvl="1" rtl="0"/>
            <a:r>
              <a:rPr lang="ru" noProof="0"/>
              <a:t>Второй уровень</a:t>
            </a:r>
          </a:p>
          <a:p>
            <a:pPr lvl="2" rtl="0"/>
            <a:r>
              <a:rPr lang="ru" noProof="0"/>
              <a:t>Третий уровень</a:t>
            </a:r>
          </a:p>
          <a:p>
            <a:pPr lvl="3" rtl="0"/>
            <a:r>
              <a:rPr lang="ru" noProof="0"/>
              <a:t>Четвертый уровень</a:t>
            </a:r>
          </a:p>
          <a:p>
            <a:pPr lvl="4" rtl="0"/>
            <a:r>
              <a:rPr lang="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  <a:noFill/>
        </p:spPr>
        <p:txBody>
          <a:bodyPr rtlCol="0" anchor="ctr"/>
          <a:lstStyle>
            <a:lvl1pPr algn="ctr">
              <a:defRPr lang="en-US" sz="1200" b="1" i="0" smtClean="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Текстовое поле 3">
            <a:extLst>
              <a:ext uri="{FF2B5EF4-FFF2-40B4-BE49-F238E27FC236}">
                <a16:creationId xmlns:a16="http://schemas.microsoft.com/office/drawing/2014/main" id="{066E99AD-9348-1084-6E11-26968BDE3782}"/>
              </a:ext>
            </a:extLst>
          </p:cNvPr>
          <p:cNvSpPr txBox="1"/>
          <p:nvPr userDrawn="1"/>
        </p:nvSpPr>
        <p:spPr>
          <a:xfrm>
            <a:off x="11741419" y="-1537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rtl="0"/>
            <a:r>
              <a:rPr lang="ru" sz="4000" b="0">
                <a:solidFill>
                  <a:schemeClr val="accent3"/>
                </a:solidFill>
                <a:latin typeface="+mn-lt"/>
                <a:ea typeface="BIZ UDPGothic" panose="020B0400000000000000" pitchFamily="34" charset="-128"/>
              </a:rPr>
              <a:t>*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2047422-8CC9-77AE-C87B-852011B8253E}"/>
              </a:ext>
            </a:extLst>
          </p:cNvPr>
          <p:cNvCxnSpPr>
            <a:cxnSpLocks/>
          </p:cNvCxnSpPr>
          <p:nvPr userDrawn="1"/>
        </p:nvCxnSpPr>
        <p:spPr>
          <a:xfrm>
            <a:off x="0" y="457200"/>
            <a:ext cx="121920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FC25401-8B16-54B2-8DFB-324B1C3F7DD3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0"/>
            <a:ext cx="0" cy="68580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Местозаполнитель нижнего колонтитула 5">
            <a:extLst>
              <a:ext uri="{FF2B5EF4-FFF2-40B4-BE49-F238E27FC236}">
                <a16:creationId xmlns:a16="http://schemas.microsoft.com/office/drawing/2014/main" id="{4702C82C-C24B-9094-A3C6-7670E28B8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8991601" y="3200399"/>
            <a:ext cx="5943596" cy="457199"/>
          </a:xfrm>
          <a:prstGeom prst="rect">
            <a:avLst/>
          </a:prstGeom>
        </p:spPr>
        <p:txBody>
          <a:bodyPr rtlCol="0" anchor="ctr"/>
          <a:lstStyle>
            <a:lvl1pPr algn="ctr">
              <a:defRPr sz="1200" b="1" i="0" spc="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ru"/>
              <a:t>Добавьте нижний 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4000" b="1" kern="1200" spc="-15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1E440570-13B1-E20C-28EA-4514891D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53" y="1568196"/>
            <a:ext cx="10689336" cy="3383280"/>
          </a:xfrm>
        </p:spPr>
        <p:txBody>
          <a:bodyPr rtlCol="0"/>
          <a:lstStyle/>
          <a:p>
            <a:r>
              <a:rPr lang="ru" b="0" dirty="0">
                <a:ea typeface="+mj-lt"/>
                <a:cs typeface="+mj-lt"/>
              </a:rPr>
              <a:t>Стадии развития психики по А.Н. Леонтьеву: стадия интеллекта</a:t>
            </a:r>
            <a:endParaRPr lang="ru-RU" dirty="0"/>
          </a:p>
        </p:txBody>
      </p:sp>
      <p:sp>
        <p:nvSpPr>
          <p:cNvPr id="3" name="Местозаполнитель текста 2">
            <a:extLst>
              <a:ext uri="{FF2B5EF4-FFF2-40B4-BE49-F238E27FC236}">
                <a16:creationId xmlns:a16="http://schemas.microsoft.com/office/drawing/2014/main" id="{E9D97285-76D8-7E4B-5301-2C5C7F50D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rtlCol="0"/>
          <a:lstStyle/>
          <a:p>
            <a:r>
              <a:rPr lang="ru" dirty="0">
                <a:ea typeface="Batang"/>
              </a:rPr>
              <a:t>Выполнили работу: Борщ Анастасия и </a:t>
            </a:r>
            <a:r>
              <a:rPr lang="ru" dirty="0">
                <a:ea typeface="+mn-lt"/>
                <a:cs typeface="+mn-lt"/>
              </a:rPr>
              <a:t>Киприянова Анна, группа 3-26-3</a:t>
            </a:r>
            <a:endParaRPr lang="ru" dirty="0"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0683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C35764A-06BF-17D4-EE6D-670F5F3F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r>
              <a:rPr lang="en-US" b="0" dirty="0" err="1">
                <a:ea typeface="+mj-lt"/>
                <a:cs typeface="+mj-lt"/>
              </a:rPr>
              <a:t>Ключевые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особенности</a:t>
            </a:r>
            <a:br>
              <a:rPr lang="en-US" dirty="0"/>
            </a:br>
            <a:endParaRPr lang="en-US">
              <a:ea typeface="Batang"/>
            </a:endParaRP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009B3696-52AB-4FB9-4BF7-D8F7C8A756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85958" y="2493408"/>
            <a:ext cx="6225683" cy="2825425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7345" indent="-347345"/>
            <a:r>
              <a:rPr lang="ru" sz="2800" dirty="0"/>
              <a:t>Быстрое обучение</a:t>
            </a:r>
            <a:endParaRPr lang="ru-RU" sz="2800">
              <a:ea typeface="Batang"/>
            </a:endParaRPr>
          </a:p>
          <a:p>
            <a:pPr marL="347345" indent="-347345"/>
            <a:r>
              <a:rPr lang="ru" sz="2800" dirty="0">
                <a:ea typeface="+mn-lt"/>
                <a:cs typeface="+mn-lt"/>
              </a:rPr>
              <a:t>Используются орудия, формируется определенная стратегия решения </a:t>
            </a:r>
            <a:endParaRPr lang="ru" sz="2800">
              <a:ea typeface="Batang"/>
            </a:endParaRPr>
          </a:p>
          <a:p>
            <a:pPr marL="347345" indent="-347345"/>
            <a:r>
              <a:rPr lang="ru" sz="2800" dirty="0">
                <a:ea typeface="+mn-lt"/>
                <a:cs typeface="+mn-lt"/>
              </a:rPr>
              <a:t>Свойственна экстраполяция </a:t>
            </a:r>
            <a:endParaRPr lang="ru" sz="2800">
              <a:ea typeface="Batang"/>
            </a:endParaRPr>
          </a:p>
        </p:txBody>
      </p:sp>
      <p:sp>
        <p:nvSpPr>
          <p:cNvPr id="2" name="Местозаполнитель номера слайда 1">
            <a:extLst>
              <a:ext uri="{FF2B5EF4-FFF2-40B4-BE49-F238E27FC236}">
                <a16:creationId xmlns:a16="http://schemas.microsoft.com/office/drawing/2014/main" id="{D3ADF6CA-8CF2-F784-C54C-19B539623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57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9B338E8-1DBC-0FE2-455A-82806A977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254" y="996696"/>
            <a:ext cx="6510673" cy="914400"/>
          </a:xfrm>
        </p:spPr>
        <p:txBody>
          <a:bodyPr rtlCol="0"/>
          <a:lstStyle/>
          <a:p>
            <a:r>
              <a:rPr lang="ru" dirty="0"/>
              <a:t>Объяснение данной теории</a:t>
            </a:r>
            <a:br>
              <a:rPr lang="en-US" dirty="0"/>
            </a:br>
            <a:endParaRPr lang="en-US">
              <a:ea typeface="Batang"/>
            </a:endParaRP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8D520FC2-50B3-A72C-35FF-E2289F7FF82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19472" y="2756480"/>
            <a:ext cx="6510528" cy="2807281"/>
          </a:xfrm>
        </p:spPr>
        <p:txBody>
          <a:bodyPr rtlCol="0"/>
          <a:lstStyle/>
          <a:p>
            <a:pPr marL="342900" indent="-342900">
              <a:buAutoNum type="arabicParenR"/>
            </a:pPr>
            <a:r>
              <a:rPr lang="ru" sz="2800" dirty="0">
                <a:ea typeface="+mn-lt"/>
                <a:cs typeface="+mn-lt"/>
              </a:rPr>
              <a:t>Опыт Ладыгиной-Котс Надежды Николаевной</a:t>
            </a:r>
          </a:p>
          <a:p>
            <a:pPr marL="342900" indent="-342900">
              <a:buAutoNum type="arabicParenR"/>
            </a:pPr>
            <a:r>
              <a:rPr lang="ru" sz="2800" dirty="0">
                <a:ea typeface="+mn-lt"/>
                <a:cs typeface="+mn-lt"/>
              </a:rPr>
              <a:t>Наблюдения </a:t>
            </a:r>
            <a:r>
              <a:rPr lang="ru" sz="2800" dirty="0" err="1">
                <a:ea typeface="+mn-lt"/>
                <a:cs typeface="+mn-lt"/>
              </a:rPr>
              <a:t>К.Э.Фэбри</a:t>
            </a:r>
            <a:endParaRPr lang="ru" sz="2800" dirty="0">
              <a:ea typeface="+mn-lt"/>
              <a:cs typeface="+mn-lt"/>
            </a:endParaRPr>
          </a:p>
          <a:p>
            <a:pPr marL="342900" indent="-342900">
              <a:buAutoNum type="arabicParenR"/>
            </a:pPr>
            <a:r>
              <a:rPr lang="ru" sz="2800" dirty="0">
                <a:ea typeface="+mn-lt"/>
                <a:cs typeface="+mn-lt"/>
              </a:rPr>
              <a:t>Опыт с шимпанзе Т. </a:t>
            </a:r>
            <a:r>
              <a:rPr lang="ru" sz="2800" dirty="0" err="1">
                <a:ea typeface="+mn-lt"/>
                <a:cs typeface="+mn-lt"/>
              </a:rPr>
              <a:t>Матцузавы</a:t>
            </a:r>
            <a:r>
              <a:rPr lang="ru" sz="2800" dirty="0">
                <a:ea typeface="+mn-lt"/>
                <a:cs typeface="+mn-lt"/>
              </a:rPr>
              <a:t> по имени Аи</a:t>
            </a:r>
            <a:endParaRPr lang="ru" sz="2800">
              <a:ea typeface="Batang"/>
            </a:endParaRP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4EA22479-F5E2-4107-7904-F66C64FF2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95D369-4088-780A-EBAF-667500C72DD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44" r="2444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6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6FD60E-B013-52DF-354C-D8DB8814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r>
              <a:rPr lang="ru" dirty="0"/>
              <a:t>Факторы неспособности овладения речью</a:t>
            </a:r>
            <a:br>
              <a:rPr lang="en-US" dirty="0"/>
            </a:br>
            <a:endParaRPr lang="en-US">
              <a:ea typeface="Batang"/>
            </a:endParaRPr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71A1CBCB-2951-076C-4CAB-1BC00C3F17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86024" y="2466196"/>
            <a:ext cx="7250755" cy="255328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7345" indent="-347345"/>
            <a:r>
              <a:rPr lang="ru" sz="3200" dirty="0">
                <a:ea typeface="+mn-lt"/>
                <a:cs typeface="+mn-lt"/>
              </a:rPr>
              <a:t>Ограничения животных</a:t>
            </a:r>
            <a:endParaRPr lang="ru-RU" sz="3200">
              <a:ea typeface="Batang"/>
            </a:endParaRPr>
          </a:p>
          <a:p>
            <a:pPr marL="347345" indent="-347345"/>
            <a:endParaRPr lang="ru" sz="3200" dirty="0">
              <a:ea typeface="+mn-lt"/>
              <a:cs typeface="+mn-lt"/>
            </a:endParaRPr>
          </a:p>
          <a:p>
            <a:pPr marL="347345" indent="-347345"/>
            <a:r>
              <a:rPr lang="ru" sz="3200" dirty="0">
                <a:ea typeface="+mn-lt"/>
                <a:cs typeface="+mn-lt"/>
              </a:rPr>
              <a:t>Репертуар голосовой речи, не подходящий для человеческой</a:t>
            </a:r>
            <a:endParaRPr lang="ru" sz="3200">
              <a:ea typeface="Batang"/>
            </a:endParaRPr>
          </a:p>
        </p:txBody>
      </p:sp>
      <p:sp>
        <p:nvSpPr>
          <p:cNvPr id="2" name="Местозаполнитель номера слайда 1">
            <a:extLst>
              <a:ext uri="{FF2B5EF4-FFF2-40B4-BE49-F238E27FC236}">
                <a16:creationId xmlns:a16="http://schemas.microsoft.com/office/drawing/2014/main" id="{9B775CAD-60B4-E2CC-3451-3AB56951D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5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4F4A17-E5E3-3BBB-506A-67A82AC5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97125"/>
            <a:ext cx="10652760" cy="914400"/>
          </a:xfrm>
        </p:spPr>
        <p:txBody>
          <a:bodyPr rtlCol="0"/>
          <a:lstStyle/>
          <a:p>
            <a:r>
              <a:rPr lang="ru" dirty="0"/>
              <a:t>Успехи Сары</a:t>
            </a:r>
            <a:br>
              <a:rPr lang="en-US" dirty="0"/>
            </a:br>
            <a:endParaRPr lang="en-US">
              <a:ea typeface="Batang"/>
            </a:endParaRPr>
          </a:p>
        </p:txBody>
      </p:sp>
      <p:sp>
        <p:nvSpPr>
          <p:cNvPr id="2" name="Местозаполнитель номера слайда 1">
            <a:extLst>
              <a:ext uri="{FF2B5EF4-FFF2-40B4-BE49-F238E27FC236}">
                <a16:creationId xmlns:a16="http://schemas.microsoft.com/office/drawing/2014/main" id="{32DD2FEE-CF47-A509-59FE-1CBDAAF01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5</a:t>
            </a:fld>
            <a:endParaRPr lang="en-US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CF87013-EAE7-DAA0-5E94-644030DA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419" y="1725611"/>
            <a:ext cx="6340022" cy="466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7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C7F6E0-EEF5-DF18-032D-5675E3E4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rtlCol="0"/>
          <a:lstStyle/>
          <a:p>
            <a:r>
              <a:rPr lang="en-US" dirty="0" err="1"/>
              <a:t>Выводы</a:t>
            </a:r>
            <a:br>
              <a:rPr lang="en-US" dirty="0"/>
            </a:b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70A5048-2A9E-8039-0515-DD55D6645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10407613" cy="3959352"/>
          </a:xfrm>
        </p:spPr>
        <p:txBody>
          <a:bodyPr rtlCol="0">
            <a:normAutofit/>
          </a:bodyPr>
          <a:lstStyle/>
          <a:p>
            <a:pPr marL="342900" indent="-342900">
              <a:buAutoNum type="arabicParenR"/>
            </a:pPr>
            <a:r>
              <a:rPr lang="ru" sz="2800" dirty="0">
                <a:ea typeface="+mn-lt"/>
                <a:cs typeface="+mn-lt"/>
              </a:rPr>
              <a:t>Интеллект человекообразных обезьян - верхняя граница развития психики животных</a:t>
            </a:r>
          </a:p>
          <a:p>
            <a:pPr marL="342900" indent="-342900">
              <a:buAutoNum type="arabicParenR"/>
            </a:pPr>
            <a:r>
              <a:rPr lang="ru" sz="2800" dirty="0">
                <a:solidFill>
                  <a:srgbClr val="404040"/>
                </a:solidFill>
                <a:ea typeface="+mn-lt"/>
                <a:cs typeface="+mn-lt"/>
              </a:rPr>
              <a:t>Ни один антропоид не смог стать "человеком"</a:t>
            </a:r>
          </a:p>
          <a:p>
            <a:pPr marL="342900" indent="-342900">
              <a:buAutoNum type="arabicParenR"/>
            </a:pPr>
            <a:r>
              <a:rPr lang="ru" sz="2800" dirty="0">
                <a:solidFill>
                  <a:srgbClr val="404040"/>
                </a:solidFill>
                <a:ea typeface="+mn-lt"/>
                <a:cs typeface="+mn-lt"/>
              </a:rPr>
              <a:t>Интеллектуальное поведение животных не выходит за рамки биологической потребности</a:t>
            </a:r>
          </a:p>
          <a:p>
            <a:pPr marL="342900" indent="-342900">
              <a:buAutoNum type="arabicParenR"/>
            </a:pPr>
            <a:r>
              <a:rPr lang="ru" sz="2800" dirty="0">
                <a:solidFill>
                  <a:srgbClr val="404040"/>
                </a:solidFill>
                <a:ea typeface="+mn-lt"/>
                <a:cs typeface="+mn-lt"/>
              </a:rPr>
              <a:t>Переход к интеллектуальному поведению остаётся в жёстких рамках биологической обусловленности</a:t>
            </a:r>
            <a:endParaRPr lang="ru" sz="2800">
              <a:solidFill>
                <a:srgbClr val="404040"/>
              </a:solidFill>
              <a:ea typeface="Batang"/>
            </a:endParaRPr>
          </a:p>
        </p:txBody>
      </p:sp>
      <p:sp>
        <p:nvSpPr>
          <p:cNvPr id="2" name="Местозаполнитель номера слайда 1">
            <a:extLst>
              <a:ext uri="{FF2B5EF4-FFF2-40B4-BE49-F238E27FC236}">
                <a16:creationId xmlns:a16="http://schemas.microsoft.com/office/drawing/2014/main" id="{01545BCC-4C94-3446-15B2-D4D6FF9B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rtlCol="0"/>
          <a:lstStyle/>
          <a:p>
            <a:pPr rtl="0"/>
            <a:fld id="{19B51A1E-902D-48AF-9020-955120F399B6}" type="slidenum">
              <a:rPr lang="en-US" smtClean="0"/>
              <a:pPr rtl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3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3531FC-30B1-5F17-6B06-9AE6CF55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381" y="2910768"/>
            <a:ext cx="8296584" cy="1044376"/>
          </a:xfrm>
        </p:spPr>
        <p:txBody>
          <a:bodyPr rtlCol="0"/>
          <a:lstStyle/>
          <a:p>
            <a:r>
              <a:rPr lang="ru" dirty="0"/>
              <a:t>Спасибо за внимание!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8917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TM78453729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682B"/>
      </a:accent1>
      <a:accent2>
        <a:srgbClr val="EFEAE7"/>
      </a:accent2>
      <a:accent3>
        <a:srgbClr val="CD1711"/>
      </a:accent3>
      <a:accent4>
        <a:srgbClr val="651B51"/>
      </a:accent4>
      <a:accent5>
        <a:srgbClr val="2C3A2E"/>
      </a:accent5>
      <a:accent6>
        <a:srgbClr val="B6A650"/>
      </a:accent6>
      <a:hlink>
        <a:srgbClr val="029B2D"/>
      </a:hlink>
      <a:folHlink>
        <a:srgbClr val="029B2D"/>
      </a:folHlink>
    </a:clrScheme>
    <a:fontScheme name="Custom 36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78453729_win32_SD_v5" id="{5665AA9C-4EFF-4FCC-8086-4050069C15ED}" vid="{F66CC29E-A3F9-4341-8B35-47A4E87375A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B38E9C-53F4-45B7-BB77-8539BB7040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111B19-7283-4751-B1F8-E7CC95678A8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D98FB304-576D-448B-AE91-D8EB9D495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</Words>
  <Application>Microsoft Office PowerPoint</Application>
  <PresentationFormat>Широкоэкранный</PresentationFormat>
  <Paragraphs>111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Пользовательская</vt:lpstr>
      <vt:lpstr>Стадии развития психики по А.Н. Леонтьеву: стадия интеллекта</vt:lpstr>
      <vt:lpstr>Ключевые особенности </vt:lpstr>
      <vt:lpstr>Объяснение данной теории </vt:lpstr>
      <vt:lpstr>Факторы неспособности овладения речью </vt:lpstr>
      <vt:lpstr>Успехи Сары </vt:lpstr>
      <vt:lpstr>Выводы 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2026-09-22T18:07:06Z</dcterms:created>
  <dcterms:modified xsi:type="dcterms:W3CDTF">2026-09-22T18:42:06Z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Theme:7</vt:lpwstr>
  </property>
  <property fmtid="{D5CDD505-2E9C-101B-9397-08002B2CF9AE}" pid="5" name="ClassificationContentMarkingFooterText">
    <vt:lpwstr>Classified as Microsoft Confidential</vt:lpwstr>
  </property>
</Properties>
</file>