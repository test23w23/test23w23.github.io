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94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1273" y="5004262"/>
            <a:ext cx="4987636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31273" y="4572000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Автор презентации: Иванов И.И. 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31273" y="833351"/>
            <a:ext cx="5985164" cy="532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0000"/>
                </a:solidFill>
              </a:rPr>
              <a:t>Введение в эмоциональную сферу человека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31273" y="2327564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Эмоциональная сфера человека представляет собой сложное и многогранное явление. Среди множества эмоциональных проявлений особое место занимают высшие чувства — специфически человеческие переживания, отражающие духовный мир личности и её отношение к социальной действительности. Цель данного доклада — рассмотреть природу высших чувств как результата общественно-исторического развития.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Социальная природа высших чувств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Высшие чувства представляют собой эмоциональную форму отражения социально значимых явлений. Если низшие, ситуативные эмоции связаны с удовлетворением биологических потребностей, то высшие эмоции — чувства — связаны с личностными, социально значимыми ценностями. Они выражают духовный мир человека и выявляют его личность.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Высшие чувства позволяют человеку переживать глубокие эмоциональные связи с другими людьми и обществом в целом.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Общественно-историческая обусловленность высших чувств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Высшие чувства являются продуктом общественно-исторического развития человечества. Моральные чувства человека образовались в результате общественно-исторической жизни людей, в процессе их общения и стали важным способом оценки поступков и поведения, а также регуляции отношений между людьми.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способствуют формированию социальных норм и ценностей, которые определяют взаимодействие людей в обществе.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Личностный характер высших чувств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Высшие чувства теснейшим образом связаны с личностью человека.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назывании чувств «высшими» подчёркивается их обобщённость, стабильность и несводимость к сиюминутным эмоциональным переживаниям, их специфически человеческий характер — у животных нет даже отдалённых аналогов высших чувств.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4089862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Высшие чувства отражают глубину внутреннего мира человека, его способность к духовным переживаниям и моральной оценке.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Виды высших чувств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психологической науке принято выделять несколько основных видов высших чувств в зависимости от той сферы социальных явлений, которая становится их объектом.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Наиболее распространённая классификация включает нравственные (моральные), интеллектуальные (познавательные) и эстетические чувства. Некоторые исследователи также выделяют практические чувства, связанные с трудовой и учебной деятельностью.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Например, нравственные чувства способствуют формированию этических норм и ценностей, влияющих на поведение человека в обществе.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Нравственные (моральные) чувства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2427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Нравственные чувства — это чувства, в которых проявляется отношение человека к поведению других людей и к своему собственному поведению с точки зрения соответствия или несоответствия моральным нормам, принятым в обществе. К области нравственных чувств относится всё то, что определяет отношение человека к социальным учреждениям, к государству, к другим людям, к самому себе.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Нравственные чувства влияют на формирование личностных ценностей и норм поведения в обществе, определяя моральные ориентиры человека.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Интеллектуальные (познавательные) чувства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Интеллектуальные чувства — это переживания, связанные с познавательной деятельностью человека, с процессом приобретения знаний и его результатами.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возникают в процессе умственной деятельности и отражают отношение человека к познанию окружающего мира. Интеллектуальные чувства включают в себя радость открытия, удивление от нового знания, стремление к интеллектуальному росту и удовлетворение от решения сложной задачи.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Эстетические чувства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Эстетические чувства — это отношение человека к прекрасному и уродливому, связанное с пониманием красоты, гармонии, возвышенного и трагического.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Они предполагают осознанную или неосознанную способность при восприятии явлений окружающей действительности руководствоваться понятиями прекрасного.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840480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Эстетические чувства влияют на формирование эмоционального отклика и оценочного восприятия искусства, природы и повседневной жизни.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Воспитание чувств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Воспитание чувств представляет собой сложный и тонкий процесс, направленный на формирование и развитие эмоциональной сферы личности.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Основная задача воспитания чувств заключается не в том, чтобы подавлять и искоренять чувства, а в том, чтобы надлежащим образом их направлять.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740727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Это помогает человеку научиться осознавать и контролировать свои эмоции, что является ключом к гармоничным отношениям и успешной самореализации.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8" cy="581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Заключение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Высшие чувства представляют собой уникальное психологическое образование, свойственное исключительно человеку и отражающее его социальную сущность.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Возникая в процессе общественно-исторического развития, они выступают как эмоциональная форма отражения социально значимых явлений и играют ключевую роль в регуляции поведения личности, её отношений с другими людьми и обществом в целом.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Высшие чувства способствуют формированию мировоззрения и системы ценностей личности.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1664624"/>
            <a:ext cx="10141528" cy="781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структуру эмоциональной сферы человека, обсудили социальную природу и личностный характер высших чувств, а также основные их виды — нравственные, интеллектуальные и эстетические. Мы также коснулись вопроса воспитания чувств и их роли в жизни человека.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713</Words>
  <Application>Microsoft Office PowerPoint</Application>
  <PresentationFormat>Широкоэкранный</PresentationFormat>
  <Paragraphs>48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Дмитрий .</cp:lastModifiedBy>
  <cp:revision>1</cp:revision>
  <dcterms:created xsi:type="dcterms:W3CDTF">2026-04-21T18:12:18Z</dcterms:created>
  <dcterms:modified xsi:type="dcterms:W3CDTF">2026-04-21T18:14:34Z</dcterms:modified>
</cp:coreProperties>
</file>