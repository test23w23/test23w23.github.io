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B10A6-FEF8-44E7-9B72-F367DFF550F6}" v="31" dt="2026-05-17T22:59:56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Люба Церковная" userId="17cccebe8815c51e" providerId="LiveId" clId="{FC611C02-7400-4305-B0E0-444C2704AD1C}"/>
    <pc:docChg chg="undo custSel addSld modSld">
      <pc:chgData name="Люба Церковная" userId="17cccebe8815c51e" providerId="LiveId" clId="{FC611C02-7400-4305-B0E0-444C2704AD1C}" dt="2026-05-17T23:03:54.226" v="525" actId="1076"/>
      <pc:docMkLst>
        <pc:docMk/>
      </pc:docMkLst>
      <pc:sldChg chg="addSp modSp new mod setBg">
        <pc:chgData name="Люба Церковная" userId="17cccebe8815c51e" providerId="LiveId" clId="{FC611C02-7400-4305-B0E0-444C2704AD1C}" dt="2026-05-17T15:23:35.941" v="147" actId="1076"/>
        <pc:sldMkLst>
          <pc:docMk/>
          <pc:sldMk cId="790232584" sldId="256"/>
        </pc:sldMkLst>
        <pc:spChg chg="mod">
          <ac:chgData name="Люба Церковная" userId="17cccebe8815c51e" providerId="LiveId" clId="{FC611C02-7400-4305-B0E0-444C2704AD1C}" dt="2026-05-17T15:23:25.970" v="144" actId="1076"/>
          <ac:spMkLst>
            <pc:docMk/>
            <pc:sldMk cId="790232584" sldId="256"/>
            <ac:spMk id="2" creationId="{EEA38F16-C03B-5EF4-3D49-75E60F0F1740}"/>
          </ac:spMkLst>
        </pc:spChg>
        <pc:spChg chg="mod">
          <ac:chgData name="Люба Церковная" userId="17cccebe8815c51e" providerId="LiveId" clId="{FC611C02-7400-4305-B0E0-444C2704AD1C}" dt="2026-05-17T15:23:35.941" v="147" actId="1076"/>
          <ac:spMkLst>
            <pc:docMk/>
            <pc:sldMk cId="790232584" sldId="256"/>
            <ac:spMk id="3" creationId="{C30AA913-0CC1-15AE-4147-4CBD5D73B9E9}"/>
          </ac:spMkLst>
        </pc:spChg>
        <pc:picChg chg="add mod modCrop">
          <ac:chgData name="Люба Церковная" userId="17cccebe8815c51e" providerId="LiveId" clId="{FC611C02-7400-4305-B0E0-444C2704AD1C}" dt="2026-05-17T15:23:22.183" v="143" actId="1076"/>
          <ac:picMkLst>
            <pc:docMk/>
            <pc:sldMk cId="790232584" sldId="256"/>
            <ac:picMk id="5" creationId="{2207AD07-8EAB-48F3-39F4-F9B71EE77AFE}"/>
          </ac:picMkLst>
        </pc:picChg>
      </pc:sldChg>
      <pc:sldChg chg="addSp modSp new mod setBg">
        <pc:chgData name="Люба Церковная" userId="17cccebe8815c51e" providerId="LiveId" clId="{FC611C02-7400-4305-B0E0-444C2704AD1C}" dt="2026-05-17T22:37:52.675" v="227" actId="1076"/>
        <pc:sldMkLst>
          <pc:docMk/>
          <pc:sldMk cId="3315223135" sldId="257"/>
        </pc:sldMkLst>
        <pc:spChg chg="mod">
          <ac:chgData name="Люба Церковная" userId="17cccebe8815c51e" providerId="LiveId" clId="{FC611C02-7400-4305-B0E0-444C2704AD1C}" dt="2026-05-17T22:36:50.304" v="221" actId="207"/>
          <ac:spMkLst>
            <pc:docMk/>
            <pc:sldMk cId="3315223135" sldId="257"/>
            <ac:spMk id="2" creationId="{BDFAEA41-981C-D746-E8EB-25D006F7A2A1}"/>
          </ac:spMkLst>
        </pc:spChg>
        <pc:spChg chg="mod">
          <ac:chgData name="Люба Церковная" userId="17cccebe8815c51e" providerId="LiveId" clId="{FC611C02-7400-4305-B0E0-444C2704AD1C}" dt="2026-05-17T22:37:04.557" v="225" actId="14100"/>
          <ac:spMkLst>
            <pc:docMk/>
            <pc:sldMk cId="3315223135" sldId="257"/>
            <ac:spMk id="3" creationId="{F8E86E0B-E625-2142-52EF-06E677BB13D4}"/>
          </ac:spMkLst>
        </pc:spChg>
        <pc:picChg chg="add mod">
          <ac:chgData name="Люба Церковная" userId="17cccebe8815c51e" providerId="LiveId" clId="{FC611C02-7400-4305-B0E0-444C2704AD1C}" dt="2026-05-17T22:37:52.675" v="227" actId="1076"/>
          <ac:picMkLst>
            <pc:docMk/>
            <pc:sldMk cId="3315223135" sldId="257"/>
            <ac:picMk id="5" creationId="{5CCA6554-E5F3-7275-E35B-9461CBFC1CB5}"/>
          </ac:picMkLst>
        </pc:picChg>
      </pc:sldChg>
      <pc:sldChg chg="addSp delSp modSp new mod setBg">
        <pc:chgData name="Люба Церковная" userId="17cccebe8815c51e" providerId="LiveId" clId="{FC611C02-7400-4305-B0E0-444C2704AD1C}" dt="2026-05-17T22:48:57.123" v="357" actId="1076"/>
        <pc:sldMkLst>
          <pc:docMk/>
          <pc:sldMk cId="1976745847" sldId="258"/>
        </pc:sldMkLst>
        <pc:spChg chg="mod">
          <ac:chgData name="Люба Церковная" userId="17cccebe8815c51e" providerId="LiveId" clId="{FC611C02-7400-4305-B0E0-444C2704AD1C}" dt="2026-05-17T22:47:49.130" v="352" actId="121"/>
          <ac:spMkLst>
            <pc:docMk/>
            <pc:sldMk cId="1976745847" sldId="258"/>
            <ac:spMk id="2" creationId="{0510F44D-E3D6-2505-A366-897BFA50BA4F}"/>
          </ac:spMkLst>
        </pc:spChg>
        <pc:spChg chg="mod">
          <ac:chgData name="Люба Церковная" userId="17cccebe8815c51e" providerId="LiveId" clId="{FC611C02-7400-4305-B0E0-444C2704AD1C}" dt="2026-05-17T22:41:07.242" v="262" actId="1076"/>
          <ac:spMkLst>
            <pc:docMk/>
            <pc:sldMk cId="1976745847" sldId="258"/>
            <ac:spMk id="3" creationId="{8DF1225B-CD9B-1FCA-C39A-691F83D12DFC}"/>
          </ac:spMkLst>
        </pc:spChg>
        <pc:picChg chg="add del mod">
          <ac:chgData name="Люба Церковная" userId="17cccebe8815c51e" providerId="LiveId" clId="{FC611C02-7400-4305-B0E0-444C2704AD1C}" dt="2026-05-17T22:47:52.134" v="353" actId="21"/>
          <ac:picMkLst>
            <pc:docMk/>
            <pc:sldMk cId="1976745847" sldId="258"/>
            <ac:picMk id="5" creationId="{E4909D9C-8603-E677-08C8-C4F562F29E87}"/>
          </ac:picMkLst>
        </pc:picChg>
        <pc:picChg chg="add mod">
          <ac:chgData name="Люба Церковная" userId="17cccebe8815c51e" providerId="LiveId" clId="{FC611C02-7400-4305-B0E0-444C2704AD1C}" dt="2026-05-17T22:48:57.123" v="357" actId="1076"/>
          <ac:picMkLst>
            <pc:docMk/>
            <pc:sldMk cId="1976745847" sldId="258"/>
            <ac:picMk id="7" creationId="{D50447C3-81DC-A5BF-109A-8C35FD73D5BC}"/>
          </ac:picMkLst>
        </pc:picChg>
      </pc:sldChg>
      <pc:sldChg chg="addSp modSp new mod setBg">
        <pc:chgData name="Люба Церковная" userId="17cccebe8815c51e" providerId="LiveId" clId="{FC611C02-7400-4305-B0E0-444C2704AD1C}" dt="2026-05-17T22:45:24.861" v="318" actId="1076"/>
        <pc:sldMkLst>
          <pc:docMk/>
          <pc:sldMk cId="1911655851" sldId="259"/>
        </pc:sldMkLst>
        <pc:spChg chg="mod">
          <ac:chgData name="Люба Церковная" userId="17cccebe8815c51e" providerId="LiveId" clId="{FC611C02-7400-4305-B0E0-444C2704AD1C}" dt="2026-05-17T22:42:04.797" v="298" actId="20577"/>
          <ac:spMkLst>
            <pc:docMk/>
            <pc:sldMk cId="1911655851" sldId="259"/>
            <ac:spMk id="2" creationId="{3F407AD9-F729-45DB-273C-8A0D9E37367F}"/>
          </ac:spMkLst>
        </pc:spChg>
        <pc:spChg chg="mod">
          <ac:chgData name="Люба Церковная" userId="17cccebe8815c51e" providerId="LiveId" clId="{FC611C02-7400-4305-B0E0-444C2704AD1C}" dt="2026-05-17T22:44:02.663" v="313" actId="1076"/>
          <ac:spMkLst>
            <pc:docMk/>
            <pc:sldMk cId="1911655851" sldId="259"/>
            <ac:spMk id="3" creationId="{0020E897-4E74-73BD-5556-B6E6BF74D7F0}"/>
          </ac:spMkLst>
        </pc:spChg>
        <pc:picChg chg="add mod">
          <ac:chgData name="Люба Церковная" userId="17cccebe8815c51e" providerId="LiveId" clId="{FC611C02-7400-4305-B0E0-444C2704AD1C}" dt="2026-05-17T22:45:24.861" v="318" actId="1076"/>
          <ac:picMkLst>
            <pc:docMk/>
            <pc:sldMk cId="1911655851" sldId="259"/>
            <ac:picMk id="5" creationId="{054FB29F-4673-CC86-F171-08BC5AD669F1}"/>
          </ac:picMkLst>
        </pc:picChg>
      </pc:sldChg>
      <pc:sldChg chg="addSp modSp new mod setBg">
        <pc:chgData name="Люба Церковная" userId="17cccebe8815c51e" providerId="LiveId" clId="{FC611C02-7400-4305-B0E0-444C2704AD1C}" dt="2026-05-17T22:47:36.961" v="351" actId="1076"/>
        <pc:sldMkLst>
          <pc:docMk/>
          <pc:sldMk cId="4262553060" sldId="260"/>
        </pc:sldMkLst>
        <pc:spChg chg="mod">
          <ac:chgData name="Люба Церковная" userId="17cccebe8815c51e" providerId="LiveId" clId="{FC611C02-7400-4305-B0E0-444C2704AD1C}" dt="2026-05-17T22:47:31.326" v="348" actId="1076"/>
          <ac:spMkLst>
            <pc:docMk/>
            <pc:sldMk cId="4262553060" sldId="260"/>
            <ac:spMk id="2" creationId="{5FB681CB-1600-5204-78FD-9B14E712B611}"/>
          </ac:spMkLst>
        </pc:spChg>
        <pc:spChg chg="mod">
          <ac:chgData name="Люба Церковная" userId="17cccebe8815c51e" providerId="LiveId" clId="{FC611C02-7400-4305-B0E0-444C2704AD1C}" dt="2026-05-17T22:47:34.088" v="350" actId="1076"/>
          <ac:spMkLst>
            <pc:docMk/>
            <pc:sldMk cId="4262553060" sldId="260"/>
            <ac:spMk id="3" creationId="{765B4CB1-0F6D-6387-C952-09F41CF19CA8}"/>
          </ac:spMkLst>
        </pc:spChg>
        <pc:picChg chg="add mod">
          <ac:chgData name="Люба Церковная" userId="17cccebe8815c51e" providerId="LiveId" clId="{FC611C02-7400-4305-B0E0-444C2704AD1C}" dt="2026-05-17T22:47:36.961" v="351" actId="1076"/>
          <ac:picMkLst>
            <pc:docMk/>
            <pc:sldMk cId="4262553060" sldId="260"/>
            <ac:picMk id="5" creationId="{ED7EAD0B-6299-7D56-D283-378906BE266F}"/>
          </ac:picMkLst>
        </pc:picChg>
      </pc:sldChg>
      <pc:sldChg chg="addSp modSp new mod setBg">
        <pc:chgData name="Люба Церковная" userId="17cccebe8815c51e" providerId="LiveId" clId="{FC611C02-7400-4305-B0E0-444C2704AD1C}" dt="2026-05-17T22:53:58.299" v="413" actId="1076"/>
        <pc:sldMkLst>
          <pc:docMk/>
          <pc:sldMk cId="2648023144" sldId="261"/>
        </pc:sldMkLst>
        <pc:spChg chg="mod">
          <ac:chgData name="Люба Церковная" userId="17cccebe8815c51e" providerId="LiveId" clId="{FC611C02-7400-4305-B0E0-444C2704AD1C}" dt="2026-05-17T22:51:39.278" v="405" actId="1076"/>
          <ac:spMkLst>
            <pc:docMk/>
            <pc:sldMk cId="2648023144" sldId="261"/>
            <ac:spMk id="2" creationId="{3C61ED4B-DF19-597B-F5AF-8CB856FD0283}"/>
          </ac:spMkLst>
        </pc:spChg>
        <pc:spChg chg="mod">
          <ac:chgData name="Люба Церковная" userId="17cccebe8815c51e" providerId="LiveId" clId="{FC611C02-7400-4305-B0E0-444C2704AD1C}" dt="2026-05-17T22:53:58.299" v="413" actId="1076"/>
          <ac:spMkLst>
            <pc:docMk/>
            <pc:sldMk cId="2648023144" sldId="261"/>
            <ac:spMk id="3" creationId="{8D1A7758-F166-E086-5734-F9ED0C16D878}"/>
          </ac:spMkLst>
        </pc:spChg>
        <pc:picChg chg="add mod">
          <ac:chgData name="Люба Церковная" userId="17cccebe8815c51e" providerId="LiveId" clId="{FC611C02-7400-4305-B0E0-444C2704AD1C}" dt="2026-05-17T22:53:52.899" v="412" actId="1076"/>
          <ac:picMkLst>
            <pc:docMk/>
            <pc:sldMk cId="2648023144" sldId="261"/>
            <ac:picMk id="5" creationId="{6DC9C393-83F1-B793-4747-D56261FC9DF6}"/>
          </ac:picMkLst>
        </pc:picChg>
      </pc:sldChg>
      <pc:sldChg chg="addSp modSp new mod setBg">
        <pc:chgData name="Люба Церковная" userId="17cccebe8815c51e" providerId="LiveId" clId="{FC611C02-7400-4305-B0E0-444C2704AD1C}" dt="2026-05-17T22:57:13.770" v="477" actId="1076"/>
        <pc:sldMkLst>
          <pc:docMk/>
          <pc:sldMk cId="1208321420" sldId="262"/>
        </pc:sldMkLst>
        <pc:spChg chg="mod">
          <ac:chgData name="Люба Церковная" userId="17cccebe8815c51e" providerId="LiveId" clId="{FC611C02-7400-4305-B0E0-444C2704AD1C}" dt="2026-05-17T22:54:55.609" v="466" actId="121"/>
          <ac:spMkLst>
            <pc:docMk/>
            <pc:sldMk cId="1208321420" sldId="262"/>
            <ac:spMk id="2" creationId="{F6C60D63-41BE-79FE-6B40-1661931877EF}"/>
          </ac:spMkLst>
        </pc:spChg>
        <pc:spChg chg="mod">
          <ac:chgData name="Люба Церковная" userId="17cccebe8815c51e" providerId="LiveId" clId="{FC611C02-7400-4305-B0E0-444C2704AD1C}" dt="2026-05-17T22:56:10.398" v="472" actId="1076"/>
          <ac:spMkLst>
            <pc:docMk/>
            <pc:sldMk cId="1208321420" sldId="262"/>
            <ac:spMk id="3" creationId="{72540DF6-E4FC-14E2-A691-BE7B7A0871C0}"/>
          </ac:spMkLst>
        </pc:spChg>
        <pc:picChg chg="add mod">
          <ac:chgData name="Люба Церковная" userId="17cccebe8815c51e" providerId="LiveId" clId="{FC611C02-7400-4305-B0E0-444C2704AD1C}" dt="2026-05-17T22:57:13.770" v="477" actId="1076"/>
          <ac:picMkLst>
            <pc:docMk/>
            <pc:sldMk cId="1208321420" sldId="262"/>
            <ac:picMk id="5" creationId="{2C32D64C-86C2-4187-BAD8-9381716387C7}"/>
          </ac:picMkLst>
        </pc:picChg>
      </pc:sldChg>
      <pc:sldChg chg="addSp modSp new mod setBg">
        <pc:chgData name="Люба Церковная" userId="17cccebe8815c51e" providerId="LiveId" clId="{FC611C02-7400-4305-B0E0-444C2704AD1C}" dt="2026-05-17T22:59:38.241" v="506" actId="1076"/>
        <pc:sldMkLst>
          <pc:docMk/>
          <pc:sldMk cId="2899084006" sldId="263"/>
        </pc:sldMkLst>
        <pc:spChg chg="mod">
          <ac:chgData name="Люба Церковная" userId="17cccebe8815c51e" providerId="LiveId" clId="{FC611C02-7400-4305-B0E0-444C2704AD1C}" dt="2026-05-17T22:58:32.072" v="501" actId="1076"/>
          <ac:spMkLst>
            <pc:docMk/>
            <pc:sldMk cId="2899084006" sldId="263"/>
            <ac:spMk id="2" creationId="{FF2C6081-0BCF-42A7-A63D-DF386421E6E4}"/>
          </ac:spMkLst>
        </pc:spChg>
        <pc:spChg chg="mod">
          <ac:chgData name="Люба Церковная" userId="17cccebe8815c51e" providerId="LiveId" clId="{FC611C02-7400-4305-B0E0-444C2704AD1C}" dt="2026-05-17T22:58:29.154" v="500" actId="1076"/>
          <ac:spMkLst>
            <pc:docMk/>
            <pc:sldMk cId="2899084006" sldId="263"/>
            <ac:spMk id="3" creationId="{DC22D182-C107-8C09-4F4F-8EF5DBC6CB31}"/>
          </ac:spMkLst>
        </pc:spChg>
        <pc:picChg chg="add mod">
          <ac:chgData name="Люба Церковная" userId="17cccebe8815c51e" providerId="LiveId" clId="{FC611C02-7400-4305-B0E0-444C2704AD1C}" dt="2026-05-17T22:59:38.241" v="506" actId="1076"/>
          <ac:picMkLst>
            <pc:docMk/>
            <pc:sldMk cId="2899084006" sldId="263"/>
            <ac:picMk id="5" creationId="{EBC14280-9210-1370-3960-B62AAB503A25}"/>
          </ac:picMkLst>
        </pc:picChg>
      </pc:sldChg>
      <pc:sldChg chg="modSp new mod setBg">
        <pc:chgData name="Люба Церковная" userId="17cccebe8815c51e" providerId="LiveId" clId="{FC611C02-7400-4305-B0E0-444C2704AD1C}" dt="2026-05-17T23:03:54.226" v="525" actId="1076"/>
        <pc:sldMkLst>
          <pc:docMk/>
          <pc:sldMk cId="2487485730" sldId="264"/>
        </pc:sldMkLst>
        <pc:spChg chg="mod">
          <ac:chgData name="Люба Церковная" userId="17cccebe8815c51e" providerId="LiveId" clId="{FC611C02-7400-4305-B0E0-444C2704AD1C}" dt="2026-05-17T23:00:21.221" v="520" actId="207"/>
          <ac:spMkLst>
            <pc:docMk/>
            <pc:sldMk cId="2487485730" sldId="264"/>
            <ac:spMk id="2" creationId="{706C0F41-CFD4-763C-74ED-7182919B1941}"/>
          </ac:spMkLst>
        </pc:spChg>
        <pc:spChg chg="mod">
          <ac:chgData name="Люба Церковная" userId="17cccebe8815c51e" providerId="LiveId" clId="{FC611C02-7400-4305-B0E0-444C2704AD1C}" dt="2026-05-17T23:03:54.226" v="525" actId="1076"/>
          <ac:spMkLst>
            <pc:docMk/>
            <pc:sldMk cId="2487485730" sldId="264"/>
            <ac:spMk id="3" creationId="{65F01666-DD7F-2ED4-2BE3-2E09EDD41D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6887E-7881-63D8-5483-D79F4ED26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16F06D-33D5-795A-0F30-17950161B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147535-50D9-6AE1-4A00-C154984E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19F502-4228-950D-C2F2-6C42B8BC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AD1CF1-4A4E-44A6-9412-D377815C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299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C3037-45CC-DD08-A7AB-2024C704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113864-4E0D-B562-560A-C9F66DBA9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A0449-990C-180F-D8B8-DD98532E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20F96E-77B0-AC03-0258-155AA448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1D1401-FF05-1BE6-C26D-9AE9A248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56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0AED9-407D-010C-B25C-03BA5627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C13C40-ED11-B2DC-AF6C-D7CBC1355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AC6FBF-B189-2B00-DE4B-7E59F8D0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D15BDC-EAD4-7317-EFD0-F139CDCD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905A73-E259-61EF-FA63-93329C89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52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E9F93-6D9E-6418-5D04-2AB6F556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ECA6A8-F2FB-8195-A687-48C0E380F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93C307-F736-905F-085A-746D821AD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BFF9F8-DA0F-7484-3983-02B40B79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01E7FD-168F-9EC5-9594-C6FE4E4A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98BCD8-9118-9541-C91A-C142E8D3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38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56C49-3F3D-3818-4218-1248E9A7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27DA70-950C-7932-3829-82DEA2C99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05BACD-EA94-EE79-E5A7-E538BC400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AB86DE-61B6-1DB9-C660-0B910ABDA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877FA4-03DE-91AF-3489-42C1CA896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2B2A30-EAE4-3D17-B0A7-BFF9BC7D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6AE5A8-1E09-B355-713E-3D9CBB8F4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7EB570-283C-4ADD-D786-5036B13F4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239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86E6CA-8AC4-9940-B89E-F275F0C1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97060C-AF6B-3D83-5FB5-E82863B3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277A29F-0C6F-2E61-EC58-E59A2FA7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5955C8-6D2C-2040-06E1-621C61B0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25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2DA42A-501E-00B9-7557-985D46E7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BB3D70-2E29-9565-7802-5DF908D0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F09B69-CB6A-EC0C-C55D-C1EE4150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00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23390-2691-C7F1-B1B7-78361CA1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A5EEC-9131-F337-4DD1-5B633310C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2DDB01-4181-879A-7157-CDB3A4FA3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7A2AC2-3D6F-1222-AE8C-69C33DD29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448180-4E02-E658-77D7-95D3A3ED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CF5983-A861-1924-D979-C3B6CBC8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34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1976D-9C17-4E92-53BB-E0F59180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4DFD4AE-9688-6437-91ED-53FBB244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773644-C1E8-1F4C-8946-F153704C7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8C8500-AF7B-EEB5-D3BF-CE9AB429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881359-5A41-08B2-EC86-1AE10B3F1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5BE5BF-9A03-BC18-7AC9-F3AC32F3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05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87AEB-12A4-1983-43D3-63E05B59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1388D4-6ABE-6D65-20B9-6C151E232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127210-B3C2-0A5E-14C0-A5223E1A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F19526-CDBE-F321-5CC9-743F436C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F73C75-35CD-F43F-05C2-2FCE6668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24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9ECEA9-91A5-53F3-B119-47E9083FC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9A0144-572B-1F17-71EE-254102738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48032A-BDE0-ECAA-8EA6-C63CD4F1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B915F8-6523-53DD-4345-AA42401E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89135F-7C6A-8331-646D-1C2BDA05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795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DB13F-8561-AF0E-014F-FB09B518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CB3424-BA0E-1533-9B42-480A6A13D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A10E94-C582-AEEA-1A6E-490B6DF1A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2C822-BBE6-4A8A-A652-01B6EC3E1B83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F6EBE8-32CD-F020-3B86-601D7BDB6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ACBBBF-CC4C-1DBA-30E8-4530ED340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DCC9E-6C2C-4477-B41E-ABDB08939B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66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38F16-C03B-5EF4-3D49-75E60F0F1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818039"/>
            <a:ext cx="10576560" cy="2387600"/>
          </a:xfrm>
        </p:spPr>
        <p:txBody>
          <a:bodyPr>
            <a:noAutofit/>
          </a:bodyPr>
          <a:lstStyle/>
          <a:p>
            <a:pPr algn="r"/>
            <a:r>
              <a:rPr lang="ru-RU" sz="4800" dirty="0">
                <a:solidFill>
                  <a:schemeClr val="accent5">
                    <a:lumMod val="50000"/>
                  </a:schemeClr>
                </a:solidFill>
              </a:rPr>
              <a:t>МОТИВАЦИЯ УЧЕБНОЙ ДЕЯТЕЛЬНОСТИ. ВИДЫ УЧЕБНЫХ МОТИВОВ: ПОЗНАВАТЕЛЬНЫЕ И СОЦИАЛЬНЫЕ МОТИВЫ.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0AA913-0CC1-15AE-4147-4CBD5D73B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1165" y="4760278"/>
            <a:ext cx="7792720" cy="1655762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Дисциплина: психология и педагогика. Основы дефектологии.</a:t>
            </a:r>
          </a:p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Выполнили: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</a:rPr>
              <a:t>Ватаманюк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 Любовь, Зайцева Елизавета,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</a:rPr>
              <a:t>Ниткина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 Полина; группа ФАЯ0-24-1</a:t>
            </a:r>
          </a:p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Преподаватель: Троицкая Елена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</a:rPr>
              <a:t>Авенировна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algn="l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07AD07-8EAB-48F3-39F4-F9B71EE77A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167" b="30296"/>
          <a:stretch>
            <a:fillRect/>
          </a:stretch>
        </p:blipFill>
        <p:spPr>
          <a:xfrm>
            <a:off x="0" y="0"/>
            <a:ext cx="29146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3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AEA41-981C-D746-E8EB-25D006F7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ЧТО ТАКОЕ МОТИВАЦИЯ УЧЕБНОЙ ДЕЯТЕЛЬНОСТИ?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E86E0B-E625-2142-52EF-06E677BB1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9305"/>
            <a:ext cx="547116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Мотивация учебной деятельности – это совокупность факторов, которые побуждают человека к познавательной активности, направляют и поддерживают его усилия в процессе овладения знаниями, умениями и навыками.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CA6554-E5F3-7275-E35B-9461CBFC1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695" y="1527175"/>
            <a:ext cx="45148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23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0F44D-E3D6-2505-A366-897BFA50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765"/>
            <a:ext cx="10515600" cy="1325563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ПОЗНАВАТЕЛЬНЫЕ МОТИВЫ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F1225B-CD9B-1FCA-C39A-691F83D1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6420" y="1587658"/>
            <a:ext cx="4282440" cy="4351338"/>
          </a:xfrm>
        </p:spPr>
        <p:txBody>
          <a:bodyPr/>
          <a:lstStyle/>
          <a:p>
            <a:pPr marL="0" indent="0" algn="r">
              <a:buNone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Познавательные мотивы отражают стремление учащегося к самообразованию, интерес к новым знаниям и способам их получения. Эти мотивы ориентированы на содержание учебной деятельности и процесс её выполнения.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0447C3-81DC-A5BF-109A-8C35FD73D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" y="1477328"/>
            <a:ext cx="4282440" cy="42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4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07AD9-F729-45DB-273C-8A0D9E37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УРОВНИ ПОЗНАВАТЕЛЬНЫХ МОТИВОВ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20E897-4E74-73BD-5556-B6E6BF74D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7545"/>
            <a:ext cx="4546600" cy="4351338"/>
          </a:xfrm>
        </p:spPr>
        <p:txBody>
          <a:bodyPr/>
          <a:lstStyle/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Первый уровень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– широкие познавательные мотивы.</a:t>
            </a:r>
          </a:p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Второй уровень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– учебно-познавательные мотивы.</a:t>
            </a:r>
          </a:p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Третий уровень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– мотивы самообразования.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4FB29F-4673-CC86-F171-08BC5AD66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82" y="1591944"/>
            <a:ext cx="4299938" cy="422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5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681CB-1600-5204-78FD-9B14E712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405"/>
            <a:ext cx="10515600" cy="1325563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СОЦИАЛЬНЫЕ МОТИВЫ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5B4CB1-0F6D-6387-C952-09F41CF1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360" y="1764665"/>
            <a:ext cx="4790440" cy="4351338"/>
          </a:xfrm>
        </p:spPr>
        <p:txBody>
          <a:bodyPr/>
          <a:lstStyle/>
          <a:p>
            <a:pPr marL="0" indent="0" algn="r">
              <a:buNone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Социальные мотивы связаны с различными видами взаимодействия учащегося с другими людьми – учителями, родителями, одноклассниками, а также с более широкими социальными контекстами.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7EAD0B-6299-7D56-D283-378906BE2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7968"/>
            <a:ext cx="4115157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5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1ED4B-DF19-597B-F5AF-8CB856FD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2635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УРОВНИ СОЦИАЛЬНЫХ МОТИВОВ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1A7758-F166-E086-5734-F9ED0C16D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715266"/>
            <a:ext cx="4333240" cy="4351338"/>
          </a:xfrm>
        </p:spPr>
        <p:txBody>
          <a:bodyPr/>
          <a:lstStyle/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Первый уровень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– широкие социальные мотивы.</a:t>
            </a:r>
          </a:p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Второй уровень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 – узкие социальные, или позиционные, мотивы.</a:t>
            </a:r>
          </a:p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Третий уровень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– мотивы социального сотрудничества.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C9C393-83F1-B793-4747-D56261FC9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593" y="1589088"/>
            <a:ext cx="4177862" cy="41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2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60D63-41BE-79FE-6B40-16619318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СООТНОШЕНИЕ ПОЗНАВАТЕЛЬНЫХ И СОЦИАЛЬНЫХ МОТИВОВ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540DF6-E4FC-14E2-A691-BE7B7A087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906905"/>
            <a:ext cx="5105400" cy="4351338"/>
          </a:xfrm>
        </p:spPr>
        <p:txBody>
          <a:bodyPr/>
          <a:lstStyle/>
          <a:p>
            <a:pPr marL="0" indent="0" algn="r">
              <a:buNone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Познавательные мотивы могут побуждать к самостоятельной работе, но также могут быть направлены на совместное открытие нового знания в группе. Социальные мотивы могут ориентировать как на лидерство (индивидуальная позиция), так и на эффективное сотрудничество (коллективный результат).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32D64C-86C2-4187-BAD8-938171638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5" y="1906905"/>
            <a:ext cx="4209635" cy="407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2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C6081-0BCF-42A7-A63D-DF386421E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24177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22D182-C107-8C09-4F4F-8EF5DBC6C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40" y="1856105"/>
            <a:ext cx="517652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Для полноценной учебной деятельности необходимо сочетание обоих типов мотивов. Познавательные мотивы стимулируют интерес к содержанию, социальные – формируют навыки взаимодействия и ответственность.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C14280-9210-1370-3960-B62AAB503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592" y="1460938"/>
            <a:ext cx="4313271" cy="431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8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C0F41-CFD4-763C-74ED-7182919B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F01666-DD7F-2ED4-2BE3-2E09EDD41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665"/>
            <a:ext cx="10515600" cy="4351338"/>
          </a:xfrm>
        </p:spPr>
        <p:txBody>
          <a:bodyPr/>
          <a:lstStyle/>
          <a:p>
            <a:r>
              <a:rPr lang="ru-RU" dirty="0" err="1">
                <a:solidFill>
                  <a:schemeClr val="accent5">
                    <a:lumMod val="50000"/>
                  </a:schemeClr>
                </a:solidFill>
              </a:rPr>
              <a:t>Гиппенрейтер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 Ю.Б. Введение в общую психологию.</a:t>
            </a:r>
          </a:p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Ильин Е.П. Мотивация и мотивы. - СПб.: Питер, 2002.</a:t>
            </a:r>
          </a:p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https://cyberleninka.ru/article/n/motivatsiya-uchebnoy-deyatelnosti-osnovnye-ponyatiya-i-problemy</a:t>
            </a:r>
          </a:p>
        </p:txBody>
      </p:sp>
    </p:spTree>
    <p:extLst>
      <p:ext uri="{BB962C8B-B14F-4D97-AF65-F5344CB8AC3E}">
        <p14:creationId xmlns:p14="http://schemas.microsoft.com/office/powerpoint/2010/main" val="24874857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295</Words>
  <Application>Microsoft Office PowerPoint</Application>
  <PresentationFormat>Широкоэкранный</PresentationFormat>
  <Paragraphs>26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МОТИВАЦИЯ УЧЕБНОЙ ДЕЯТЕЛЬНОСТИ. ВИДЫ УЧЕБНЫХ МОТИВОВ: ПОЗНАВАТЕЛЬНЫЕ И СОЦИАЛЬНЫЕ МОТИВЫ.</vt:lpstr>
      <vt:lpstr>ЧТО ТАКОЕ МОТИВАЦИЯ УЧЕБНОЙ ДЕЯТЕЛЬНОСТИ?</vt:lpstr>
      <vt:lpstr>ПОЗНАВАТЕЛЬНЫЕ МОТИВЫ</vt:lpstr>
      <vt:lpstr>УРОВНИ ПОЗНАВАТЕЛЬНЫХ МОТИВОВ</vt:lpstr>
      <vt:lpstr>СОЦИАЛЬНЫЕ МОТИВЫ</vt:lpstr>
      <vt:lpstr>УРОВНИ СОЦИАЛЬНЫХ МОТИВОВ</vt:lpstr>
      <vt:lpstr>СООТНОШЕНИЕ ПОЗНАВАТЕЛЬНЫХ И СОЦИАЛЬНЫХ МОТИВОВ</vt:lpstr>
      <vt:lpstr>ЗАКЛЮЧЕНИЕ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Люба Церковная</dc:creator>
  <cp:lastModifiedBy>Люба Церковная</cp:lastModifiedBy>
  <cp:revision>1</cp:revision>
  <dcterms:created xsi:type="dcterms:W3CDTF">2026-05-17T15:09:53Z</dcterms:created>
  <dcterms:modified xsi:type="dcterms:W3CDTF">2026-05-17T23:03:56Z</dcterms:modified>
</cp:coreProperties>
</file>