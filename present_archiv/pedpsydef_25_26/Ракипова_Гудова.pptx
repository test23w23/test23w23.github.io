
<file path=[Content_Types].xml><?xml version="1.0" encoding="utf-8"?>
<Types xmlns="http://schemas.openxmlformats.org/package/2006/content-types">
  <Default Extension="xml" ContentType="application/xml"/>
  <Default Extension="odttf" ContentType="application/vnd.openxmlformats-officedocument.obfuscatedFont"/>
  <Default Extension="jpg" ContentType="image/jpeg"/>
  <Default Extension="fntdata" ContentType="application/x-fontdata"/>
  <Default Extension="png" ContentType="image/png"/>
  <Default Extension="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8.xml" ContentType="application/vnd.openxmlformats-officedocument.presentationml.notesSlide+xml"/>
  <Override PartName="/ppt/viewprops.xml" ContentType="application/vnd.openxmlformats-officedocument.presentationml.viewProps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20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9" r:id="rId5"/>
    <p:sldId id="258" r:id="rId6"/>
    <p:sldId id="260" r:id="rId7"/>
    <p:sldId id="261" r:id="rId8"/>
    <p:sldId id="276" r:id="rId9"/>
    <p:sldId id="277" r:id="rId10"/>
    <p:sldId id="278" r:id="rId11"/>
    <p:sldId id="279" r:id="rId12"/>
    <p:sldId id="264" r:id="rId13"/>
    <p:sldId id="265" r:id="rId14"/>
    <p:sldId id="266" r:id="rId15"/>
  </p:sldIdLst>
  <p:sldSz cx="12192000" cy="6858000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EditPoints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/>
        </p:txBody>
      </p:sp>
      <p:sp>
        <p:nvSpPr>
          <p:cNvPr id="4" name="Google Shape;4;n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noAutofit/>
          </a:bodyPr>
          <a:lstStyle>
            <a:lvl1pPr marL="4572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dt="0" sldNum="0" hdr="0" ftr="0"/>
  <p:notesStyle>
    <a:lvl1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a073618e60_0_16:notes"/>
          <p:cNvSpPr>
            <a:spLocks noGrp="1" noEditPoints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/>
        </p:txBody>
      </p:sp>
      <p:sp>
        <p:nvSpPr>
          <p:cNvPr id="128" name="Google Shape;128;ga073618e60_0_16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a073618e60_0_21:notes"/>
          <p:cNvSpPr>
            <a:spLocks noGrp="1" noEditPoints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/>
        </p:txBody>
      </p:sp>
      <p:sp>
        <p:nvSpPr>
          <p:cNvPr id="134" name="Google Shape;134;ga073618e60_0_21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11c3728c19_2_114:notes"/>
          <p:cNvSpPr>
            <a:spLocks noGrp="1" noEditPoints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/>
        </p:txBody>
      </p:sp>
      <p:sp>
        <p:nvSpPr>
          <p:cNvPr id="159" name="Google Shape;159;g111c3728c19_2_114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a073618e60_0_26:notes"/>
          <p:cNvSpPr>
            <a:spLocks noGrp="1" noEditPoints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/>
        </p:txBody>
      </p:sp>
      <p:sp>
        <p:nvSpPr>
          <p:cNvPr id="142" name="Google Shape;142;ga073618e60_0_26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a073618e60_0_31:notes"/>
          <p:cNvSpPr>
            <a:spLocks noGrp="1" noEditPoints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/>
        </p:txBody>
      </p:sp>
      <p:sp>
        <p:nvSpPr>
          <p:cNvPr id="165" name="Google Shape;165;ga073618e60_0_31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a073618e60_0_63:notes"/>
          <p:cNvSpPr>
            <a:spLocks noGrp="1" noEditPoints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/>
        </p:txBody>
      </p:sp>
      <p:sp>
        <p:nvSpPr>
          <p:cNvPr id="173" name="Google Shape;173;ga073618e60_0_63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a073618e60_0_63:notes"/>
          <p:cNvSpPr>
            <a:spLocks noGrp="1" noEditPoints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/>
        </p:txBody>
      </p:sp>
      <p:sp>
        <p:nvSpPr>
          <p:cNvPr id="173" name="Google Shape;173;ga073618e60_0_63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a073618e60_0_63:notes"/>
          <p:cNvSpPr>
            <a:spLocks noGrp="1" noEditPoints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/>
        </p:txBody>
      </p:sp>
      <p:sp>
        <p:nvSpPr>
          <p:cNvPr id="173" name="Google Shape;173;ga073618e60_0_63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a073618e60_0_63:notes"/>
          <p:cNvSpPr>
            <a:spLocks noGrp="1" noEditPoints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/>
        </p:txBody>
      </p:sp>
      <p:sp>
        <p:nvSpPr>
          <p:cNvPr id="173" name="Google Shape;173;ga073618e60_0_63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a073618e60_0_63:notes"/>
          <p:cNvSpPr>
            <a:spLocks noGrp="1" noEditPoints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/>
        </p:txBody>
      </p:sp>
      <p:sp>
        <p:nvSpPr>
          <p:cNvPr id="173" name="Google Shape;173;ga073618e60_0_63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a073618e60_0_42:notes"/>
          <p:cNvSpPr>
            <a:spLocks noGrp="1" noEditPoints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/>
        </p:txBody>
      </p:sp>
      <p:sp>
        <p:nvSpPr>
          <p:cNvPr id="199" name="Google Shape;199;ga073618e60_0_42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11c3728c19_0_120:notes"/>
          <p:cNvSpPr>
            <a:spLocks noGrp="1" noEditPoints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/>
        </p:txBody>
      </p:sp>
      <p:sp>
        <p:nvSpPr>
          <p:cNvPr id="208" name="Google Shape;208;g111c3728c19_0_120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a073618e60_0_92:notes"/>
          <p:cNvSpPr>
            <a:spLocks noGrp="1" noEditPoints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rect l="l" t="t" r="r" b="b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/>
        </p:txBody>
      </p:sp>
      <p:sp>
        <p:nvSpPr>
          <p:cNvPr id="216" name="Google Shape;216;ga073618e60_0_92:notes"/>
          <p:cNvSpPr>
            <a:spLocks noGrp="1" noEditPoint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hyperlink" Target="https://slidesmania.com/questions-powerpoint-google-slides/can-i-use-these-templates/" TargetMode="External"/><Relationship Id="rId10" Type="http://schemas.openxmlformats.org/officeDocument/2006/relationships/image" Target="../media/image5.png"/><Relationship Id="rId11" Type="http://schemas.openxmlformats.org/officeDocument/2006/relationships/slideMaster" Target="../slideMasters/slideMaster1.xml"/><Relationship Id="rId2" Type="http://schemas.openxmlformats.org/officeDocument/2006/relationships/hyperlink" Target="https://www.facebook.com/SlidesManiaSM/" TargetMode="External"/><Relationship Id="rId3" Type="http://schemas.openxmlformats.org/officeDocument/2006/relationships/image" Target="../media/image2.png"/><Relationship Id="rId4" Type="http://schemas.openxmlformats.org/officeDocument/2006/relationships/hyperlink" Target="https://twitter.com/SlidesManiaSM/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s://www.pinterest.com/slidesmania/" TargetMode="External"/><Relationship Id="rId7" Type="http://schemas.openxmlformats.org/officeDocument/2006/relationships/image" Target="../media/image3.png"/><Relationship Id="rId8" Type="http://schemas.openxmlformats.org/officeDocument/2006/relationships/hyperlink" Target="https://www.instagram.com/slidesmania/" TargetMode="External"/><Relationship Id="rId9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-8500" y="-48550"/>
            <a:ext cx="12200400" cy="690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 amt="55000"/>
          </a:blip>
          <a:srcRect b="15197"/>
          <a:stretch/>
        </p:blipFill>
        <p:spPr>
          <a:xfrm>
            <a:off x="0" y="-33175"/>
            <a:ext cx="12192000" cy="689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2604450" y="1101050"/>
            <a:ext cx="6983100" cy="405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14;p2"/>
          <p:cNvSpPr>
            <a:spLocks noGrp="1" noEditPoints="1"/>
          </p:cNvSpPr>
          <p:nvPr>
            <p:ph type="subTitle" idx="1"/>
          </p:nvPr>
        </p:nvSpPr>
        <p:spPr>
          <a:xfrm>
            <a:off x="3280650" y="4902575"/>
            <a:ext cx="5630700" cy="586500"/>
          </a:xfrm>
          <a:prstGeom prst="rect">
            <a:avLst/>
          </a:prstGeom>
          <a:solidFill>
            <a:schemeClr val="accent2"/>
          </a:solidFill>
        </p:spPr>
        <p:txBody>
          <a:bodyPr wrap="square" lIns="121900" tIns="121900" rIns="121900" bIns="121900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>
              <a:spcBef>
                <a:spcPts val="2100"/>
              </a:spcBef>
              <a:spcAft>
                <a:spcPts val="0"/>
              </a:spcAft>
              <a:buSzPts val="1500"/>
              <a:buNone/>
            </a:lvl3pPr>
            <a:lvl4pPr lvl="3">
              <a:spcBef>
                <a:spcPts val="2100"/>
              </a:spcBef>
              <a:spcAft>
                <a:spcPts val="0"/>
              </a:spcAft>
              <a:buSzPts val="1500"/>
              <a:buNone/>
            </a:lvl4pPr>
            <a:lvl5pPr lvl="4">
              <a:spcBef>
                <a:spcPts val="2100"/>
              </a:spcBef>
              <a:spcAft>
                <a:spcPts val="0"/>
              </a:spcAft>
              <a:buSzPts val="1500"/>
              <a:buNone/>
            </a:lvl5pPr>
            <a:lvl6pPr lvl="5">
              <a:spcBef>
                <a:spcPts val="2100"/>
              </a:spcBef>
              <a:spcAft>
                <a:spcPts val="0"/>
              </a:spcAft>
              <a:buSzPts val="1500"/>
              <a:buNone/>
            </a:lvl6pPr>
            <a:lvl7pPr lvl="6">
              <a:spcBef>
                <a:spcPts val="2100"/>
              </a:spcBef>
              <a:spcAft>
                <a:spcPts val="0"/>
              </a:spcAft>
              <a:buSzPts val="1500"/>
              <a:buNone/>
            </a:lvl7pPr>
            <a:lvl8pPr lvl="7">
              <a:spcBef>
                <a:spcPts val="2100"/>
              </a:spcBef>
              <a:spcAft>
                <a:spcPts val="0"/>
              </a:spcAft>
              <a:buSzPts val="1500"/>
              <a:buNone/>
            </a:lvl8pPr>
            <a:lvl9pPr lvl="8">
              <a:spcBef>
                <a:spcPts val="2100"/>
              </a:spcBef>
              <a:spcAft>
                <a:spcPts val="2100"/>
              </a:spcAft>
              <a:buSzPts val="1500"/>
              <a:buNone/>
            </a:lvl9pPr>
          </a:lstStyle>
          <a:p>
            <a:pPr lvl="0"/>
          </a:p>
        </p:txBody>
      </p:sp>
      <p:sp>
        <p:nvSpPr>
          <p:cNvPr id="15" name="Google Shape;15;p2"/>
          <p:cNvSpPr>
            <a:spLocks noGrp="1" noEditPoints="1"/>
          </p:cNvSpPr>
          <p:nvPr>
            <p:ph type="title"/>
          </p:nvPr>
        </p:nvSpPr>
        <p:spPr>
          <a:xfrm>
            <a:off x="3788400" y="1676150"/>
            <a:ext cx="4615200" cy="28101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marL="0" marR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ldrich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rect l="l" t="t" r="r" b="b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lnTo>
                  <a:pt x="124778" y="30960"/>
                </a:ln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lnTo>
                  <a:pt x="599885" y="30675"/>
                </a:ln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lnTo>
                  <a:pt x="429673" y="30675"/>
                </a:ln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lnTo>
                  <a:pt x="71723" y="2495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lnTo>
                  <a:pt x="546544" y="24674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lnTo>
                  <a:pt x="48863" y="1529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lnTo>
                  <a:pt x="148209" y="1147"/>
                </a:ln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wrap="square" lIns="91425" tIns="45700" rIns="91425" bIns="45700" anchor="ctr">
            <a:no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1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>
            <a:spLocks noGrp="1" noEditPoints="1"/>
          </p:cNvSpPr>
          <p:nvPr>
            <p:ph type="title"/>
          </p:nvPr>
        </p:nvSpPr>
        <p:spPr>
          <a:xfrm>
            <a:off x="4828425" y="1807800"/>
            <a:ext cx="5322600" cy="13248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marL="0" marR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9" name="Google Shape;19;p3"/>
          <p:cNvSpPr>
            <a:spLocks noGrp="1" noEditPoints="1"/>
          </p:cNvSpPr>
          <p:nvPr>
            <p:ph type="body" idx="1"/>
          </p:nvPr>
        </p:nvSpPr>
        <p:spPr>
          <a:xfrm>
            <a:off x="4828413" y="3212100"/>
            <a:ext cx="5322600" cy="18381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</a:lvl1pPr>
            <a:lvl2pPr marL="914400" lvl="1" indent="-323850" algn="r">
              <a:spcBef>
                <a:spcPts val="0"/>
              </a:spcBef>
              <a:spcAft>
                <a:spcPts val="0"/>
              </a:spcAft>
              <a:buSzPts val="1500"/>
              <a:buChar char="○"/>
            </a:lvl2pPr>
            <a:lvl3pPr marL="1371600" lvl="2" indent="-323850" algn="r">
              <a:spcBef>
                <a:spcPts val="2100"/>
              </a:spcBef>
              <a:spcAft>
                <a:spcPts val="0"/>
              </a:spcAft>
              <a:buSzPts val="1500"/>
              <a:buChar char="■"/>
            </a:lvl3pPr>
            <a:lvl4pPr marL="1828800" lvl="3" indent="-323850" algn="r">
              <a:spcBef>
                <a:spcPts val="2100"/>
              </a:spcBef>
              <a:spcAft>
                <a:spcPts val="0"/>
              </a:spcAft>
              <a:buSzPts val="1500"/>
              <a:buChar char="●"/>
            </a:lvl4pPr>
            <a:lvl5pPr marL="2286000" lvl="4" indent="-323850" algn="r">
              <a:spcBef>
                <a:spcPts val="2100"/>
              </a:spcBef>
              <a:spcAft>
                <a:spcPts val="0"/>
              </a:spcAft>
              <a:buSzPts val="1500"/>
              <a:buChar char="○"/>
            </a:lvl5pPr>
            <a:lvl6pPr marL="2743200" lvl="5" indent="-323850" algn="r">
              <a:spcBef>
                <a:spcPts val="2100"/>
              </a:spcBef>
              <a:spcAft>
                <a:spcPts val="0"/>
              </a:spcAft>
              <a:buSzPts val="1500"/>
              <a:buChar char="■"/>
            </a:lvl6pPr>
            <a:lvl7pPr marL="3200400" lvl="6" indent="-323850" algn="r">
              <a:spcBef>
                <a:spcPts val="2100"/>
              </a:spcBef>
              <a:spcAft>
                <a:spcPts val="0"/>
              </a:spcAft>
              <a:buSzPts val="1500"/>
              <a:buChar char="●"/>
            </a:lvl7pPr>
            <a:lvl8pPr marL="3657600" lvl="7" indent="-323850" algn="r">
              <a:spcBef>
                <a:spcPts val="2100"/>
              </a:spcBef>
              <a:spcAft>
                <a:spcPts val="0"/>
              </a:spcAft>
              <a:buSzPts val="1500"/>
              <a:buChar char="○"/>
            </a:lvl8pPr>
            <a:lvl9pPr marL="4114800" lvl="8" indent="-323850" algn="r">
              <a:spcBef>
                <a:spcPts val="2100"/>
              </a:spcBef>
              <a:spcAft>
                <a:spcPts val="2100"/>
              </a:spcAft>
              <a:buSzPts val="1500"/>
              <a:buChar char="■"/>
            </a:lvl9pPr>
          </a:lstStyle>
          <a:p>
            <a:pPr lvl="0"/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2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>
          <a:blip r:embed="rId1">
            <a:alphaModFix amt="55000"/>
          </a:blip>
          <a:srcRect b="15197"/>
          <a:stretch/>
        </p:blipFill>
        <p:spPr>
          <a:xfrm>
            <a:off x="0" y="-33175"/>
            <a:ext cx="12192000" cy="689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463800" y="663300"/>
            <a:ext cx="11264400" cy="553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" name="Google Shape;23;p4"/>
          <p:cNvSpPr>
            <a:spLocks noGrp="1" noEditPoints="1"/>
          </p:cNvSpPr>
          <p:nvPr>
            <p:ph type="title"/>
          </p:nvPr>
        </p:nvSpPr>
        <p:spPr>
          <a:xfrm>
            <a:off x="992275" y="1056675"/>
            <a:ext cx="10153500" cy="7635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24" name="Google Shape;24;p4"/>
          <p:cNvSpPr>
            <a:spLocks noGrp="1" noEditPoints="1"/>
          </p:cNvSpPr>
          <p:nvPr>
            <p:ph type="body" idx="1"/>
          </p:nvPr>
        </p:nvSpPr>
        <p:spPr>
          <a:xfrm>
            <a:off x="992275" y="2729898"/>
            <a:ext cx="2984100" cy="11544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</a:lvl1pPr>
            <a:lvl2pPr marL="914400" lvl="1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lvl2pPr>
            <a:lvl3pPr marL="1371600" lvl="2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■"/>
            </a:lvl3pPr>
            <a:lvl4pPr marL="1828800" lvl="3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●"/>
            </a:lvl4pPr>
            <a:lvl5pPr marL="2286000" lvl="4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○"/>
            </a:lvl5pPr>
            <a:lvl6pPr marL="2743200" lvl="5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■"/>
            </a:lvl6pPr>
            <a:lvl7pPr marL="3200400" lvl="6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●"/>
            </a:lvl7pPr>
            <a:lvl8pPr marL="3657600" lvl="7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○"/>
            </a:lvl8pPr>
            <a:lvl9pPr marL="4114800" lvl="8" indent="-32385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500"/>
              <a:buChar char="■"/>
            </a:lvl9pPr>
          </a:lstStyle>
          <a:p>
            <a:pPr lvl="0"/>
          </a:p>
        </p:txBody>
      </p:sp>
      <p:sp>
        <p:nvSpPr>
          <p:cNvPr id="25" name="Google Shape;25;p4"/>
          <p:cNvSpPr>
            <a:spLocks noGrp="1" noEditPoints="1"/>
          </p:cNvSpPr>
          <p:nvPr>
            <p:ph type="body" idx="2"/>
          </p:nvPr>
        </p:nvSpPr>
        <p:spPr>
          <a:xfrm>
            <a:off x="4577074" y="2729898"/>
            <a:ext cx="2984100" cy="11544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</a:lvl1pPr>
            <a:lvl2pPr marL="914400" lvl="1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lvl2pPr>
            <a:lvl3pPr marL="1371600" lvl="2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■"/>
            </a:lvl3pPr>
            <a:lvl4pPr marL="1828800" lvl="3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●"/>
            </a:lvl4pPr>
            <a:lvl5pPr marL="2286000" lvl="4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○"/>
            </a:lvl5pPr>
            <a:lvl6pPr marL="2743200" lvl="5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■"/>
            </a:lvl6pPr>
            <a:lvl7pPr marL="3200400" lvl="6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●"/>
            </a:lvl7pPr>
            <a:lvl8pPr marL="3657600" lvl="7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○"/>
            </a:lvl8pPr>
            <a:lvl9pPr marL="4114800" lvl="8" indent="-32385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500"/>
              <a:buChar char="■"/>
            </a:lvl9pPr>
          </a:lstStyle>
          <a:p>
            <a:pPr lvl="0"/>
          </a:p>
        </p:txBody>
      </p:sp>
      <p:sp>
        <p:nvSpPr>
          <p:cNvPr id="26" name="Google Shape;26;p4"/>
          <p:cNvSpPr>
            <a:spLocks noGrp="1" noEditPoints="1"/>
          </p:cNvSpPr>
          <p:nvPr>
            <p:ph type="body" idx="3"/>
          </p:nvPr>
        </p:nvSpPr>
        <p:spPr>
          <a:xfrm>
            <a:off x="992275" y="4510836"/>
            <a:ext cx="2984100" cy="11544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</a:lvl1pPr>
            <a:lvl2pPr marL="914400" lvl="1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lvl2pPr>
            <a:lvl3pPr marL="1371600" lvl="2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■"/>
            </a:lvl3pPr>
            <a:lvl4pPr marL="1828800" lvl="3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●"/>
            </a:lvl4pPr>
            <a:lvl5pPr marL="2286000" lvl="4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○"/>
            </a:lvl5pPr>
            <a:lvl6pPr marL="2743200" lvl="5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■"/>
            </a:lvl6pPr>
            <a:lvl7pPr marL="3200400" lvl="6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●"/>
            </a:lvl7pPr>
            <a:lvl8pPr marL="3657600" lvl="7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○"/>
            </a:lvl8pPr>
            <a:lvl9pPr marL="4114800" lvl="8" indent="-32385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500"/>
              <a:buChar char="■"/>
            </a:lvl9pPr>
          </a:lstStyle>
          <a:p>
            <a:pPr lvl="0"/>
          </a:p>
        </p:txBody>
      </p:sp>
      <p:sp>
        <p:nvSpPr>
          <p:cNvPr id="27" name="Google Shape;27;p4"/>
          <p:cNvSpPr>
            <a:spLocks noGrp="1" noEditPoints="1"/>
          </p:cNvSpPr>
          <p:nvPr>
            <p:ph type="body" idx="4"/>
          </p:nvPr>
        </p:nvSpPr>
        <p:spPr>
          <a:xfrm>
            <a:off x="4577074" y="4510836"/>
            <a:ext cx="2984100" cy="11544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</a:lvl1pPr>
            <a:lvl2pPr marL="914400" lvl="1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lvl2pPr>
            <a:lvl3pPr marL="1371600" lvl="2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■"/>
            </a:lvl3pPr>
            <a:lvl4pPr marL="1828800" lvl="3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●"/>
            </a:lvl4pPr>
            <a:lvl5pPr marL="2286000" lvl="4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○"/>
            </a:lvl5pPr>
            <a:lvl6pPr marL="2743200" lvl="5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■"/>
            </a:lvl6pPr>
            <a:lvl7pPr marL="3200400" lvl="6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●"/>
            </a:lvl7pPr>
            <a:lvl8pPr marL="3657600" lvl="7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○"/>
            </a:lvl8pPr>
            <a:lvl9pPr marL="4114800" lvl="8" indent="-32385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500"/>
              <a:buChar char="■"/>
            </a:lvl9pPr>
          </a:lstStyle>
          <a:p>
            <a:pPr lvl="0"/>
          </a:p>
        </p:txBody>
      </p:sp>
      <p:sp>
        <p:nvSpPr>
          <p:cNvPr id="28" name="Google Shape;28;p4"/>
          <p:cNvSpPr>
            <a:spLocks noGrp="1" noEditPoints="1"/>
          </p:cNvSpPr>
          <p:nvPr>
            <p:ph type="title" idx="5"/>
          </p:nvPr>
        </p:nvSpPr>
        <p:spPr>
          <a:xfrm>
            <a:off x="992275" y="2122800"/>
            <a:ext cx="2984100" cy="606900"/>
          </a:xfrm>
          <a:prstGeom prst="rect">
            <a:avLst/>
          </a:prstGeom>
          <a:solidFill>
            <a:schemeClr val="accent1"/>
          </a:solidFill>
        </p:spPr>
        <p:txBody>
          <a:bodyPr wrap="square" lIns="121900" tIns="121900" rIns="121900" bIns="121900" anchor="ctr">
            <a:no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29" name="Google Shape;29;p4"/>
          <p:cNvSpPr>
            <a:spLocks noGrp="1" noEditPoints="1"/>
          </p:cNvSpPr>
          <p:nvPr>
            <p:ph type="title" idx="6"/>
          </p:nvPr>
        </p:nvSpPr>
        <p:spPr>
          <a:xfrm>
            <a:off x="4577074" y="2122800"/>
            <a:ext cx="2984100" cy="606900"/>
          </a:xfrm>
          <a:prstGeom prst="rect">
            <a:avLst/>
          </a:prstGeom>
          <a:solidFill>
            <a:schemeClr val="accent1"/>
          </a:solidFill>
        </p:spPr>
        <p:txBody>
          <a:bodyPr wrap="square" lIns="121900" tIns="121900" rIns="121900" bIns="121900" anchor="ctr">
            <a:noAutofit/>
          </a:bodyPr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30" name="Google Shape;30;p4"/>
          <p:cNvSpPr>
            <a:spLocks noGrp="1" noEditPoints="1"/>
          </p:cNvSpPr>
          <p:nvPr>
            <p:ph type="title" idx="7"/>
          </p:nvPr>
        </p:nvSpPr>
        <p:spPr>
          <a:xfrm>
            <a:off x="992275" y="3903738"/>
            <a:ext cx="2984100" cy="606900"/>
          </a:xfrm>
          <a:prstGeom prst="rect">
            <a:avLst/>
          </a:prstGeom>
          <a:solidFill>
            <a:schemeClr val="accent1"/>
          </a:solidFill>
        </p:spPr>
        <p:txBody>
          <a:bodyPr wrap="square" lIns="121900" tIns="121900" rIns="121900" bIns="121900" anchor="ctr">
            <a:noAutofit/>
          </a:bodyPr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31" name="Google Shape;31;p4"/>
          <p:cNvSpPr>
            <a:spLocks noGrp="1" noEditPoints="1"/>
          </p:cNvSpPr>
          <p:nvPr>
            <p:ph type="title" idx="8"/>
          </p:nvPr>
        </p:nvSpPr>
        <p:spPr>
          <a:xfrm>
            <a:off x="4577074" y="3903738"/>
            <a:ext cx="2984100" cy="606900"/>
          </a:xfrm>
          <a:prstGeom prst="rect">
            <a:avLst/>
          </a:prstGeom>
          <a:solidFill>
            <a:schemeClr val="accent1"/>
          </a:solidFill>
        </p:spPr>
        <p:txBody>
          <a:bodyPr wrap="square" lIns="121900" tIns="121900" rIns="121900" bIns="121900" anchor="ctr">
            <a:noAutofit/>
          </a:bodyPr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32" name="Google Shape;32;p4"/>
          <p:cNvSpPr>
            <a:spLocks noGrp="1" noEditPoints="1"/>
          </p:cNvSpPr>
          <p:nvPr>
            <p:ph type="body" idx="9"/>
          </p:nvPr>
        </p:nvSpPr>
        <p:spPr>
          <a:xfrm>
            <a:off x="8161874" y="2729898"/>
            <a:ext cx="2984100" cy="11544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</a:lvl1pPr>
            <a:lvl2pPr marL="914400" lvl="1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lvl2pPr>
            <a:lvl3pPr marL="1371600" lvl="2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■"/>
            </a:lvl3pPr>
            <a:lvl4pPr marL="1828800" lvl="3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●"/>
            </a:lvl4pPr>
            <a:lvl5pPr marL="2286000" lvl="4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○"/>
            </a:lvl5pPr>
            <a:lvl6pPr marL="2743200" lvl="5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■"/>
            </a:lvl6pPr>
            <a:lvl7pPr marL="3200400" lvl="6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●"/>
            </a:lvl7pPr>
            <a:lvl8pPr marL="3657600" lvl="7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○"/>
            </a:lvl8pPr>
            <a:lvl9pPr marL="4114800" lvl="8" indent="-32385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500"/>
              <a:buChar char="■"/>
            </a:lvl9pPr>
          </a:lstStyle>
          <a:p>
            <a:pPr lvl="0"/>
          </a:p>
        </p:txBody>
      </p:sp>
      <p:sp>
        <p:nvSpPr>
          <p:cNvPr id="33" name="Google Shape;33;p4"/>
          <p:cNvSpPr>
            <a:spLocks noGrp="1" noEditPoints="1"/>
          </p:cNvSpPr>
          <p:nvPr>
            <p:ph type="body" idx="13"/>
          </p:nvPr>
        </p:nvSpPr>
        <p:spPr>
          <a:xfrm>
            <a:off x="8161874" y="4510836"/>
            <a:ext cx="2984100" cy="11544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</a:lvl1pPr>
            <a:lvl2pPr marL="914400" lvl="1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lvl2pPr>
            <a:lvl3pPr marL="1371600" lvl="2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■"/>
            </a:lvl3pPr>
            <a:lvl4pPr marL="1828800" lvl="3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●"/>
            </a:lvl4pPr>
            <a:lvl5pPr marL="2286000" lvl="4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○"/>
            </a:lvl5pPr>
            <a:lvl6pPr marL="2743200" lvl="5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■"/>
            </a:lvl6pPr>
            <a:lvl7pPr marL="3200400" lvl="6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●"/>
            </a:lvl7pPr>
            <a:lvl8pPr marL="3657600" lvl="7" indent="-323850" rtl="0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500"/>
              <a:buChar char="○"/>
            </a:lvl8pPr>
            <a:lvl9pPr marL="4114800" lvl="8" indent="-323850" rtl="0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500"/>
              <a:buChar char="■"/>
            </a:lvl9pPr>
          </a:lstStyle>
          <a:p>
            <a:pPr lvl="0"/>
          </a:p>
        </p:txBody>
      </p:sp>
      <p:sp>
        <p:nvSpPr>
          <p:cNvPr id="34" name="Google Shape;34;p4"/>
          <p:cNvSpPr>
            <a:spLocks noGrp="1" noEditPoints="1"/>
          </p:cNvSpPr>
          <p:nvPr>
            <p:ph type="title" idx="14"/>
          </p:nvPr>
        </p:nvSpPr>
        <p:spPr>
          <a:xfrm>
            <a:off x="8161874" y="2122800"/>
            <a:ext cx="2984100" cy="606900"/>
          </a:xfrm>
          <a:prstGeom prst="rect">
            <a:avLst/>
          </a:prstGeom>
          <a:solidFill>
            <a:schemeClr val="accent1"/>
          </a:solidFill>
        </p:spPr>
        <p:txBody>
          <a:bodyPr wrap="square" lIns="121900" tIns="121900" rIns="121900" bIns="121900" anchor="ctr">
            <a:noAutofit/>
          </a:bodyPr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35" name="Google Shape;35;p4"/>
          <p:cNvSpPr>
            <a:spLocks noGrp="1" noEditPoints="1"/>
          </p:cNvSpPr>
          <p:nvPr>
            <p:ph type="title" idx="15"/>
          </p:nvPr>
        </p:nvSpPr>
        <p:spPr>
          <a:xfrm>
            <a:off x="8161874" y="3903738"/>
            <a:ext cx="2984100" cy="606900"/>
          </a:xfrm>
          <a:prstGeom prst="rect">
            <a:avLst/>
          </a:prstGeom>
          <a:solidFill>
            <a:schemeClr val="accent1"/>
          </a:solidFill>
        </p:spPr>
        <p:txBody>
          <a:bodyPr wrap="square" lIns="121900" tIns="121900" rIns="121900" bIns="121900" anchor="ctr">
            <a:noAutofit/>
          </a:bodyPr>
          <a:lstStyle>
            <a:lvl1pPr mar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36" name="Google Shape;36;p4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rect l="l" t="t" r="r" b="b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lnTo>
                  <a:pt x="124778" y="30960"/>
                </a:ln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lnTo>
                  <a:pt x="599885" y="30675"/>
                </a:ln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lnTo>
                  <a:pt x="429673" y="30675"/>
                </a:ln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lnTo>
                  <a:pt x="71723" y="2495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lnTo>
                  <a:pt x="546544" y="24674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lnTo>
                  <a:pt x="48863" y="1529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lnTo>
                  <a:pt x="148209" y="1147"/>
                </a:ln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wrap="square" lIns="91425" tIns="45700" rIns="91425" bIns="45700" anchor="ctr">
            <a:no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3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1888650" y="1362900"/>
            <a:ext cx="8414700" cy="413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5"/>
          <p:cNvSpPr>
            <a:spLocks noGrp="1" noEditPoints="1"/>
          </p:cNvSpPr>
          <p:nvPr>
            <p:ph type="title"/>
          </p:nvPr>
        </p:nvSpPr>
        <p:spPr>
          <a:xfrm>
            <a:off x="2401350" y="2393050"/>
            <a:ext cx="7389300" cy="23904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ldrich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40" name="Google Shape;40;p5"/>
          <p:cNvSpPr>
            <a:spLocks noGrp="1" noEditPoints="1"/>
          </p:cNvSpPr>
          <p:nvPr>
            <p:ph type="body" idx="1"/>
          </p:nvPr>
        </p:nvSpPr>
        <p:spPr>
          <a:xfrm>
            <a:off x="2401350" y="5112275"/>
            <a:ext cx="7389300" cy="763500"/>
          </a:xfrm>
          <a:prstGeom prst="rect">
            <a:avLst/>
          </a:prstGeom>
          <a:solidFill>
            <a:schemeClr val="accent4"/>
          </a:solidFill>
        </p:spPr>
        <p:txBody>
          <a:bodyPr wrap="square" lIns="121900" tIns="121900" rIns="121900" bIns="121900" anchor="t">
            <a:noAutofit/>
          </a:bodyPr>
          <a:lstStyle>
            <a:lvl1pPr marL="45720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>
                <a:solidFill>
                  <a:schemeClr val="accent3"/>
                </a:solidFill>
              </a:defRPr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</a:lvl2pPr>
            <a:lvl3pPr marL="1371600" lvl="2" indent="-323850">
              <a:spcBef>
                <a:spcPts val="2100"/>
              </a:spcBef>
              <a:spcAft>
                <a:spcPts val="0"/>
              </a:spcAft>
              <a:buSzPts val="1500"/>
              <a:buChar char="■"/>
            </a:lvl3pPr>
            <a:lvl4pPr marL="1828800" lvl="3" indent="-323850">
              <a:spcBef>
                <a:spcPts val="2100"/>
              </a:spcBef>
              <a:spcAft>
                <a:spcPts val="0"/>
              </a:spcAft>
              <a:buSzPts val="1500"/>
              <a:buChar char="●"/>
            </a:lvl4pPr>
            <a:lvl5pPr marL="2286000" lvl="4" indent="-323850">
              <a:spcBef>
                <a:spcPts val="2100"/>
              </a:spcBef>
              <a:spcAft>
                <a:spcPts val="0"/>
              </a:spcAft>
              <a:buSzPts val="1500"/>
              <a:buChar char="○"/>
            </a:lvl5pPr>
            <a:lvl6pPr marL="2743200" lvl="5" indent="-323850">
              <a:spcBef>
                <a:spcPts val="2100"/>
              </a:spcBef>
              <a:spcAft>
                <a:spcPts val="0"/>
              </a:spcAft>
              <a:buSzPts val="1500"/>
              <a:buChar char="■"/>
            </a:lvl6pPr>
            <a:lvl7pPr marL="3200400" lvl="6" indent="-323850">
              <a:spcBef>
                <a:spcPts val="2100"/>
              </a:spcBef>
              <a:spcAft>
                <a:spcPts val="0"/>
              </a:spcAft>
              <a:buSzPts val="1500"/>
              <a:buChar char="●"/>
            </a:lvl7pPr>
            <a:lvl8pPr marL="3657600" lvl="7" indent="-323850">
              <a:spcBef>
                <a:spcPts val="2100"/>
              </a:spcBef>
              <a:spcAft>
                <a:spcPts val="0"/>
              </a:spcAft>
              <a:buSzPts val="1500"/>
              <a:buChar char="○"/>
            </a:lvl8pPr>
            <a:lvl9pPr marL="4114800" lvl="8" indent="-323850">
              <a:spcBef>
                <a:spcPts val="2100"/>
              </a:spcBef>
              <a:spcAft>
                <a:spcPts val="2100"/>
              </a:spcAft>
              <a:buSzPts val="1500"/>
              <a:buChar char="■"/>
            </a:lvl9pPr>
          </a:lstStyle>
          <a:p>
            <a:pPr lvl="0"/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4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6"/>
          <p:cNvPicPr preferRelativeResize="0"/>
          <p:nvPr/>
        </p:nvPicPr>
        <p:blipFill>
          <a:blip r:embed="rId1">
            <a:alphaModFix amt="55000"/>
          </a:blip>
          <a:srcRect b="15197"/>
          <a:stretch/>
        </p:blipFill>
        <p:spPr>
          <a:xfrm>
            <a:off x="0" y="-33175"/>
            <a:ext cx="12192000" cy="689117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/>
          <p:nvPr/>
        </p:nvSpPr>
        <p:spPr>
          <a:xfrm>
            <a:off x="0" y="953100"/>
            <a:ext cx="12192000" cy="495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" name="Google Shape;44;p6"/>
          <p:cNvSpPr>
            <a:spLocks noGrp="1" noEditPoints="1"/>
          </p:cNvSpPr>
          <p:nvPr>
            <p:ph type="title"/>
          </p:nvPr>
        </p:nvSpPr>
        <p:spPr>
          <a:xfrm>
            <a:off x="873350" y="1369700"/>
            <a:ext cx="10551900" cy="7635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45" name="Google Shape;45;p6"/>
          <p:cNvSpPr>
            <a:spLocks noGrp="1" noEditPoints="1"/>
          </p:cNvSpPr>
          <p:nvPr>
            <p:ph type="body" idx="1"/>
          </p:nvPr>
        </p:nvSpPr>
        <p:spPr>
          <a:xfrm>
            <a:off x="873350" y="2580978"/>
            <a:ext cx="4960800" cy="28074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</a:lvl2pPr>
            <a:lvl3pPr marL="1371600" lvl="2" indent="-323850">
              <a:spcBef>
                <a:spcPts val="2100"/>
              </a:spcBef>
              <a:spcAft>
                <a:spcPts val="0"/>
              </a:spcAft>
              <a:buSzPts val="1500"/>
              <a:buChar char="■"/>
            </a:lvl3pPr>
            <a:lvl4pPr marL="1828800" lvl="3" indent="-323850">
              <a:spcBef>
                <a:spcPts val="2100"/>
              </a:spcBef>
              <a:spcAft>
                <a:spcPts val="0"/>
              </a:spcAft>
              <a:buSzPts val="1500"/>
              <a:buChar char="●"/>
            </a:lvl4pPr>
            <a:lvl5pPr marL="2286000" lvl="4" indent="-323850">
              <a:spcBef>
                <a:spcPts val="2100"/>
              </a:spcBef>
              <a:spcAft>
                <a:spcPts val="0"/>
              </a:spcAft>
              <a:buSzPts val="1500"/>
              <a:buChar char="○"/>
            </a:lvl5pPr>
            <a:lvl6pPr marL="2743200" lvl="5" indent="-323850">
              <a:spcBef>
                <a:spcPts val="2100"/>
              </a:spcBef>
              <a:spcAft>
                <a:spcPts val="0"/>
              </a:spcAft>
              <a:buSzPts val="1500"/>
              <a:buChar char="■"/>
            </a:lvl6pPr>
            <a:lvl7pPr marL="3200400" lvl="6" indent="-323850">
              <a:spcBef>
                <a:spcPts val="2100"/>
              </a:spcBef>
              <a:spcAft>
                <a:spcPts val="0"/>
              </a:spcAft>
              <a:buSzPts val="1500"/>
              <a:buChar char="●"/>
            </a:lvl7pPr>
            <a:lvl8pPr marL="3657600" lvl="7" indent="-323850">
              <a:spcBef>
                <a:spcPts val="2100"/>
              </a:spcBef>
              <a:spcAft>
                <a:spcPts val="0"/>
              </a:spcAft>
              <a:buSzPts val="1500"/>
              <a:buChar char="○"/>
            </a:lvl8pPr>
            <a:lvl9pPr marL="4114800" lvl="8" indent="-323850">
              <a:spcBef>
                <a:spcPts val="2100"/>
              </a:spcBef>
              <a:spcAft>
                <a:spcPts val="2100"/>
              </a:spcAft>
              <a:buSzPts val="1500"/>
              <a:buChar char="■"/>
            </a:lvl9pPr>
          </a:lstStyle>
          <a:p>
            <a:pPr lvl="0"/>
          </a:p>
        </p:txBody>
      </p:sp>
      <p:sp>
        <p:nvSpPr>
          <p:cNvPr id="46" name="Google Shape;46;p6"/>
          <p:cNvSpPr>
            <a:spLocks noGrp="1" noEditPoints="1"/>
          </p:cNvSpPr>
          <p:nvPr>
            <p:ph type="body" idx="2"/>
          </p:nvPr>
        </p:nvSpPr>
        <p:spPr>
          <a:xfrm>
            <a:off x="6464149" y="2570400"/>
            <a:ext cx="4961100" cy="28074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</a:lvl2pPr>
            <a:lvl3pPr marL="1371600" lvl="2" indent="-323850">
              <a:spcBef>
                <a:spcPts val="2100"/>
              </a:spcBef>
              <a:spcAft>
                <a:spcPts val="0"/>
              </a:spcAft>
              <a:buSzPts val="1500"/>
              <a:buChar char="■"/>
            </a:lvl3pPr>
            <a:lvl4pPr marL="1828800" lvl="3" indent="-323850">
              <a:spcBef>
                <a:spcPts val="2100"/>
              </a:spcBef>
              <a:spcAft>
                <a:spcPts val="0"/>
              </a:spcAft>
              <a:buSzPts val="1500"/>
              <a:buChar char="●"/>
            </a:lvl4pPr>
            <a:lvl5pPr marL="2286000" lvl="4" indent="-323850">
              <a:spcBef>
                <a:spcPts val="2100"/>
              </a:spcBef>
              <a:spcAft>
                <a:spcPts val="0"/>
              </a:spcAft>
              <a:buSzPts val="1500"/>
              <a:buChar char="○"/>
            </a:lvl5pPr>
            <a:lvl6pPr marL="2743200" lvl="5" indent="-323850">
              <a:spcBef>
                <a:spcPts val="2100"/>
              </a:spcBef>
              <a:spcAft>
                <a:spcPts val="0"/>
              </a:spcAft>
              <a:buSzPts val="1500"/>
              <a:buChar char="■"/>
            </a:lvl6pPr>
            <a:lvl7pPr marL="3200400" lvl="6" indent="-323850">
              <a:spcBef>
                <a:spcPts val="2100"/>
              </a:spcBef>
              <a:spcAft>
                <a:spcPts val="0"/>
              </a:spcAft>
              <a:buSzPts val="1500"/>
              <a:buChar char="●"/>
            </a:lvl7pPr>
            <a:lvl8pPr marL="3657600" lvl="7" indent="-323850">
              <a:spcBef>
                <a:spcPts val="2100"/>
              </a:spcBef>
              <a:spcAft>
                <a:spcPts val="0"/>
              </a:spcAft>
              <a:buSzPts val="1500"/>
              <a:buChar char="○"/>
            </a:lvl8pPr>
            <a:lvl9pPr marL="4114800" lvl="8" indent="-323850">
              <a:spcBef>
                <a:spcPts val="2100"/>
              </a:spcBef>
              <a:spcAft>
                <a:spcPts val="2100"/>
              </a:spcAft>
              <a:buSzPts val="1500"/>
              <a:buChar char="■"/>
            </a:lvl9pPr>
          </a:lstStyle>
          <a:p>
            <a:pPr lvl="0"/>
          </a:p>
        </p:txBody>
      </p:sp>
      <p:sp>
        <p:nvSpPr>
          <p:cNvPr id="47" name="Google Shape;47;p6"/>
          <p:cNvSpPr/>
          <p:nvPr/>
        </p:nvSpPr>
        <p:spPr>
          <a:xfrm>
            <a:off x="4467150" y="5510013"/>
            <a:ext cx="32577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6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rect l="l" t="t" r="r" b="b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lnTo>
                  <a:pt x="124778" y="30960"/>
                </a:ln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lnTo>
                  <a:pt x="599885" y="30675"/>
                </a:ln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lnTo>
                  <a:pt x="429673" y="30675"/>
                </a:ln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lnTo>
                  <a:pt x="71723" y="2495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lnTo>
                  <a:pt x="546544" y="24674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lnTo>
                  <a:pt x="48863" y="1529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lnTo>
                  <a:pt x="148209" y="1147"/>
                </a:ln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wrap="square" lIns="91425" tIns="45700" rIns="91425" bIns="45700" anchor="ctr">
            <a:no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5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"/>
          <p:cNvPicPr preferRelativeResize="0"/>
          <p:nvPr/>
        </p:nvPicPr>
        <p:blipFill>
          <a:blip r:embed="rId1">
            <a:alphaModFix amt="55000"/>
          </a:blip>
          <a:srcRect b="15197"/>
          <a:stretch/>
        </p:blipFill>
        <p:spPr>
          <a:xfrm>
            <a:off x="0" y="-33175"/>
            <a:ext cx="12192000" cy="689117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1406400" y="967200"/>
            <a:ext cx="9379200" cy="492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" name="Google Shape;52;p7"/>
          <p:cNvSpPr>
            <a:spLocks noGrp="1" noEditPoints="1"/>
          </p:cNvSpPr>
          <p:nvPr>
            <p:ph type="title"/>
          </p:nvPr>
        </p:nvSpPr>
        <p:spPr>
          <a:xfrm>
            <a:off x="2199000" y="1493425"/>
            <a:ext cx="7794000" cy="7635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53" name="Google Shape;53;p7"/>
          <p:cNvSpPr/>
          <p:nvPr/>
        </p:nvSpPr>
        <p:spPr>
          <a:xfrm>
            <a:off x="4467150" y="5510013"/>
            <a:ext cx="32577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7"/>
          <p:cNvSpPr>
            <a:spLocks noGrp="1" noEditPoints="1"/>
          </p:cNvSpPr>
          <p:nvPr>
            <p:ph type="body" idx="1"/>
          </p:nvPr>
        </p:nvSpPr>
        <p:spPr>
          <a:xfrm>
            <a:off x="2199000" y="2759525"/>
            <a:ext cx="7794000" cy="22479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</a:lvl2pPr>
            <a:lvl3pPr marL="1371600" lvl="2" indent="-323850">
              <a:spcBef>
                <a:spcPts val="2100"/>
              </a:spcBef>
              <a:spcAft>
                <a:spcPts val="0"/>
              </a:spcAft>
              <a:buSzPts val="1500"/>
              <a:buChar char="■"/>
            </a:lvl3pPr>
            <a:lvl4pPr marL="1828800" lvl="3" indent="-323850">
              <a:spcBef>
                <a:spcPts val="2100"/>
              </a:spcBef>
              <a:spcAft>
                <a:spcPts val="0"/>
              </a:spcAft>
              <a:buSzPts val="1500"/>
              <a:buChar char="●"/>
            </a:lvl4pPr>
            <a:lvl5pPr marL="2286000" lvl="4" indent="-323850">
              <a:spcBef>
                <a:spcPts val="2100"/>
              </a:spcBef>
              <a:spcAft>
                <a:spcPts val="0"/>
              </a:spcAft>
              <a:buSzPts val="1500"/>
              <a:buChar char="○"/>
            </a:lvl5pPr>
            <a:lvl6pPr marL="2743200" lvl="5" indent="-323850">
              <a:spcBef>
                <a:spcPts val="2100"/>
              </a:spcBef>
              <a:spcAft>
                <a:spcPts val="0"/>
              </a:spcAft>
              <a:buSzPts val="1500"/>
              <a:buChar char="■"/>
            </a:lvl6pPr>
            <a:lvl7pPr marL="3200400" lvl="6" indent="-323850">
              <a:spcBef>
                <a:spcPts val="2100"/>
              </a:spcBef>
              <a:spcAft>
                <a:spcPts val="0"/>
              </a:spcAft>
              <a:buSzPts val="1500"/>
              <a:buChar char="●"/>
            </a:lvl7pPr>
            <a:lvl8pPr marL="3657600" lvl="7" indent="-323850">
              <a:spcBef>
                <a:spcPts val="2100"/>
              </a:spcBef>
              <a:spcAft>
                <a:spcPts val="0"/>
              </a:spcAft>
              <a:buSzPts val="1500"/>
              <a:buChar char="○"/>
            </a:lvl8pPr>
            <a:lvl9pPr marL="4114800" lvl="8" indent="-323850">
              <a:spcBef>
                <a:spcPts val="2100"/>
              </a:spcBef>
              <a:spcAft>
                <a:spcPts val="2100"/>
              </a:spcAft>
              <a:buSzPts val="1500"/>
              <a:buChar char="■"/>
            </a:lvl9pPr>
          </a:lstStyle>
          <a:p>
            <a:pPr lvl="0"/>
          </a:p>
        </p:txBody>
      </p:sp>
      <p:sp>
        <p:nvSpPr>
          <p:cNvPr id="55" name="Google Shape;55;p7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rect l="l" t="t" r="r" b="b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lnTo>
                  <a:pt x="124778" y="30960"/>
                </a:ln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lnTo>
                  <a:pt x="599885" y="30675"/>
                </a:ln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lnTo>
                  <a:pt x="429673" y="30675"/>
                </a:ln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lnTo>
                  <a:pt x="71723" y="2495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lnTo>
                  <a:pt x="546544" y="24674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lnTo>
                  <a:pt x="48863" y="1529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lnTo>
                  <a:pt x="148209" y="1147"/>
                </a:ln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wrap="square" lIns="91425" tIns="45700" rIns="91425" bIns="45700" anchor="ctr">
            <a:no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6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/>
          <p:nvPr/>
        </p:nvSpPr>
        <p:spPr>
          <a:xfrm>
            <a:off x="0" y="953100"/>
            <a:ext cx="12192000" cy="495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" name="Google Shape;58;p8"/>
          <p:cNvSpPr>
            <a:spLocks noGrp="1" noEditPoints="1"/>
          </p:cNvSpPr>
          <p:nvPr>
            <p:ph type="title"/>
          </p:nvPr>
        </p:nvSpPr>
        <p:spPr>
          <a:xfrm>
            <a:off x="558100" y="1873525"/>
            <a:ext cx="11095500" cy="31608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9" name="Google Shape;59;p8"/>
          <p:cNvSpPr>
            <a:spLocks noGrp="1" noEditPoints="1"/>
          </p:cNvSpPr>
          <p:nvPr>
            <p:ph type="subTitle" idx="1"/>
          </p:nvPr>
        </p:nvSpPr>
        <p:spPr>
          <a:xfrm>
            <a:off x="632875" y="5919475"/>
            <a:ext cx="11379900" cy="717900"/>
          </a:xfrm>
          <a:prstGeom prst="rect">
            <a:avLst/>
          </a:prstGeom>
        </p:spPr>
        <p:txBody>
          <a:bodyPr wrap="square" lIns="121900" tIns="121900" rIns="121900" bIns="121900" anchor="b">
            <a:noAutofit/>
          </a:bodyPr>
          <a:lstStyle>
            <a:lvl1pPr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lvl9pPr>
          </a:lstStyle>
          <a:p>
            <a:pPr lvl="0"/>
          </a:p>
        </p:txBody>
      </p:sp>
      <p:sp>
        <p:nvSpPr>
          <p:cNvPr id="60" name="Google Shape;60;p8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rect l="l" t="t" r="r" b="b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lnTo>
                  <a:pt x="124778" y="30960"/>
                </a:ln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lnTo>
                  <a:pt x="599885" y="30675"/>
                </a:ln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lnTo>
                  <a:pt x="429673" y="30675"/>
                </a:ln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lnTo>
                  <a:pt x="71723" y="2495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lnTo>
                  <a:pt x="546544" y="24674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lnTo>
                  <a:pt x="48863" y="1529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lnTo>
                  <a:pt x="148209" y="1147"/>
                </a:ln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wrap="square" lIns="91425" tIns="45700" rIns="91425" bIns="45700" anchor="ctr">
            <a:no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8_1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8086950" y="2590350"/>
            <a:ext cx="2863800" cy="373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" name="Google Shape;63;p9"/>
          <p:cNvSpPr/>
          <p:nvPr/>
        </p:nvSpPr>
        <p:spPr>
          <a:xfrm>
            <a:off x="4586775" y="2590350"/>
            <a:ext cx="2863800" cy="373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4" name="Google Shape;64;p9"/>
          <p:cNvSpPr/>
          <p:nvPr/>
        </p:nvSpPr>
        <p:spPr>
          <a:xfrm>
            <a:off x="1086600" y="2590350"/>
            <a:ext cx="2863800" cy="373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9"/>
          <p:cNvSpPr>
            <a:spLocks noGrp="1" noEditPoints="1"/>
          </p:cNvSpPr>
          <p:nvPr>
            <p:ph type="subTitle" idx="1"/>
          </p:nvPr>
        </p:nvSpPr>
        <p:spPr>
          <a:xfrm>
            <a:off x="1189052" y="3563475"/>
            <a:ext cx="2658900" cy="6069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pPr lvl="0"/>
          </a:p>
        </p:txBody>
      </p:sp>
      <p:sp>
        <p:nvSpPr>
          <p:cNvPr id="66" name="Google Shape;66;p9"/>
          <p:cNvSpPr>
            <a:spLocks noGrp="1" noEditPoints="1"/>
          </p:cNvSpPr>
          <p:nvPr>
            <p:ph type="subTitle" idx="2"/>
          </p:nvPr>
        </p:nvSpPr>
        <p:spPr>
          <a:xfrm>
            <a:off x="4713302" y="3563475"/>
            <a:ext cx="2658900" cy="6069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pPr lvl="0"/>
          </a:p>
        </p:txBody>
      </p:sp>
      <p:sp>
        <p:nvSpPr>
          <p:cNvPr id="67" name="Google Shape;67;p9"/>
          <p:cNvSpPr>
            <a:spLocks noGrp="1" noEditPoints="1"/>
          </p:cNvSpPr>
          <p:nvPr>
            <p:ph type="subTitle" idx="3"/>
          </p:nvPr>
        </p:nvSpPr>
        <p:spPr>
          <a:xfrm>
            <a:off x="8237552" y="3563475"/>
            <a:ext cx="2658600" cy="6069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pPr lvl="0"/>
          </a:p>
        </p:txBody>
      </p:sp>
      <p:sp>
        <p:nvSpPr>
          <p:cNvPr id="68" name="Google Shape;68;p9"/>
          <p:cNvSpPr>
            <a:spLocks noGrp="1" noEditPoints="1"/>
          </p:cNvSpPr>
          <p:nvPr>
            <p:ph type="title"/>
          </p:nvPr>
        </p:nvSpPr>
        <p:spPr>
          <a:xfrm>
            <a:off x="1086600" y="669575"/>
            <a:ext cx="9864300" cy="763500"/>
          </a:xfrm>
          <a:prstGeom prst="rect">
            <a:avLst/>
          </a:prstGeom>
          <a:solidFill>
            <a:schemeClr val="accent1"/>
          </a:solidFill>
        </p:spPr>
        <p:txBody>
          <a:bodyPr wrap="square" lIns="121900" tIns="121900" rIns="121900" bIns="121900" anchor="ctr">
            <a:no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69" name="Google Shape;69;p9"/>
          <p:cNvSpPr>
            <a:spLocks noGrp="1" noEditPoints="1"/>
          </p:cNvSpPr>
          <p:nvPr>
            <p:ph type="body" idx="4"/>
          </p:nvPr>
        </p:nvSpPr>
        <p:spPr>
          <a:xfrm>
            <a:off x="1189050" y="4129182"/>
            <a:ext cx="2658900" cy="16641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pPr lvl="0"/>
          </a:p>
        </p:txBody>
      </p:sp>
      <p:sp>
        <p:nvSpPr>
          <p:cNvPr id="70" name="Google Shape;70;p9"/>
          <p:cNvSpPr>
            <a:spLocks noGrp="1" noEditPoints="1"/>
          </p:cNvSpPr>
          <p:nvPr>
            <p:ph type="body" idx="5"/>
          </p:nvPr>
        </p:nvSpPr>
        <p:spPr>
          <a:xfrm>
            <a:off x="4713300" y="4129182"/>
            <a:ext cx="2658900" cy="16608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pPr lvl="0"/>
          </a:p>
        </p:txBody>
      </p:sp>
      <p:sp>
        <p:nvSpPr>
          <p:cNvPr id="71" name="Google Shape;71;p9"/>
          <p:cNvSpPr>
            <a:spLocks noGrp="1" noEditPoints="1"/>
          </p:cNvSpPr>
          <p:nvPr>
            <p:ph type="body" idx="6"/>
          </p:nvPr>
        </p:nvSpPr>
        <p:spPr>
          <a:xfrm>
            <a:off x="8237550" y="4129182"/>
            <a:ext cx="2658900" cy="16608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3655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3pPr>
            <a:lvl4pPr marL="1828800" lvl="3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4pPr>
            <a:lvl5pPr marL="2286000" lvl="4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5pPr>
            <a:lvl6pPr marL="2743200" lvl="5" indent="-336550" rtl="0">
              <a:spcBef>
                <a:spcPts val="2100"/>
              </a:spcBef>
              <a:spcAft>
                <a:spcPts val="0"/>
              </a:spcAft>
              <a:buSzPts val="1700"/>
              <a:buChar char="■"/>
              <a:defRPr sz="1700"/>
            </a:lvl6pPr>
            <a:lvl7pPr marL="3200400" lvl="6" indent="-336550" rtl="0">
              <a:spcBef>
                <a:spcPts val="2100"/>
              </a:spcBef>
              <a:spcAft>
                <a:spcPts val="0"/>
              </a:spcAft>
              <a:buSzPts val="1700"/>
              <a:buChar char="●"/>
              <a:defRPr sz="1700"/>
            </a:lvl7pPr>
            <a:lvl8pPr marL="3657600" lvl="7" indent="-336550" rtl="0">
              <a:spcBef>
                <a:spcPts val="2100"/>
              </a:spcBef>
              <a:spcAft>
                <a:spcPts val="0"/>
              </a:spcAft>
              <a:buSzPts val="1700"/>
              <a:buChar char="○"/>
              <a:defRPr sz="1700"/>
            </a:lvl8pPr>
            <a:lvl9pPr marL="4114800" lvl="8" indent="-336550" rtl="0">
              <a:spcBef>
                <a:spcPts val="2100"/>
              </a:spcBef>
              <a:spcAft>
                <a:spcPts val="2100"/>
              </a:spcAft>
              <a:buSzPts val="1700"/>
              <a:buChar char="■"/>
              <a:defRPr sz="1700"/>
            </a:lvl9pPr>
          </a:lstStyle>
          <a:p>
            <a:pPr lvl="0"/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>
            <a:spLocks noGrp="1" noEditPoints="1"/>
          </p:cNvSpPr>
          <p:nvPr>
            <p:ph type="title"/>
          </p:nvPr>
        </p:nvSpPr>
        <p:spPr>
          <a:xfrm>
            <a:off x="925500" y="1946013"/>
            <a:ext cx="5170500" cy="7992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9pPr>
          </a:lstStyle>
          <a:p/>
        </p:txBody>
      </p:sp>
      <p:sp>
        <p:nvSpPr>
          <p:cNvPr id="74" name="Google Shape;74;p10"/>
          <p:cNvSpPr>
            <a:spLocks noGrp="1" noEditPoints="1"/>
          </p:cNvSpPr>
          <p:nvPr>
            <p:ph type="subTitle" idx="1"/>
          </p:nvPr>
        </p:nvSpPr>
        <p:spPr>
          <a:xfrm>
            <a:off x="439850" y="4343238"/>
            <a:ext cx="3875100" cy="7179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21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2100"/>
              </a:spcBef>
              <a:spcAft>
                <a:spcPts val="2100"/>
              </a:spcAft>
              <a:buSzPts val="1800"/>
              <a:buNone/>
              <a:defRPr sz="1800"/>
            </a:lvl9pPr>
          </a:lstStyle>
          <a:p>
            <a:pPr lvl="0"/>
          </a:p>
        </p:txBody>
      </p:sp>
      <p:sp>
        <p:nvSpPr>
          <p:cNvPr id="75" name="Google Shape;75;p10"/>
          <p:cNvSpPr>
            <a:spLocks noGrp="1" noEditPoints="1"/>
          </p:cNvSpPr>
          <p:nvPr>
            <p:ph type="pic" idx="2"/>
          </p:nvPr>
        </p:nvSpPr>
        <p:spPr>
          <a:xfrm>
            <a:off x="4572000" y="1040950"/>
            <a:ext cx="6981900" cy="4476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14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1"/>
          <p:cNvPicPr preferRelativeResize="0"/>
          <p:nvPr/>
        </p:nvPicPr>
        <p:blipFill>
          <a:blip r:embed="rId1">
            <a:alphaModFix amt="55000"/>
          </a:blip>
          <a:srcRect b="15197"/>
          <a:stretch/>
        </p:blipFill>
        <p:spPr>
          <a:xfrm>
            <a:off x="0" y="-33175"/>
            <a:ext cx="12192000" cy="68911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>
            <a:spLocks noGrp="1" noEditPoints="1"/>
          </p:cNvSpPr>
          <p:nvPr>
            <p:ph type="subTitle" idx="1"/>
          </p:nvPr>
        </p:nvSpPr>
        <p:spPr>
          <a:xfrm>
            <a:off x="912641" y="2544606"/>
            <a:ext cx="1810800" cy="6069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600">
                <a:solidFill>
                  <a:schemeClr val="accent3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pPr lvl="0"/>
          </a:p>
        </p:txBody>
      </p:sp>
      <p:sp>
        <p:nvSpPr>
          <p:cNvPr id="79" name="Google Shape;79;p11"/>
          <p:cNvSpPr>
            <a:spLocks noGrp="1" noEditPoints="1"/>
          </p:cNvSpPr>
          <p:nvPr>
            <p:ph type="subTitle" idx="2"/>
          </p:nvPr>
        </p:nvSpPr>
        <p:spPr>
          <a:xfrm>
            <a:off x="3051620" y="2544606"/>
            <a:ext cx="1810800" cy="6069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600">
                <a:solidFill>
                  <a:schemeClr val="accent3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pPr lvl="0"/>
          </a:p>
        </p:txBody>
      </p:sp>
      <p:sp>
        <p:nvSpPr>
          <p:cNvPr id="80" name="Google Shape;80;p11"/>
          <p:cNvSpPr>
            <a:spLocks noGrp="1" noEditPoints="1"/>
          </p:cNvSpPr>
          <p:nvPr>
            <p:ph type="subTitle" idx="3"/>
          </p:nvPr>
        </p:nvSpPr>
        <p:spPr>
          <a:xfrm>
            <a:off x="5190600" y="2544606"/>
            <a:ext cx="1810800" cy="6069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600">
                <a:solidFill>
                  <a:schemeClr val="accent3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pPr lvl="0"/>
          </a:p>
        </p:txBody>
      </p:sp>
      <p:sp>
        <p:nvSpPr>
          <p:cNvPr id="81" name="Google Shape;81;p11"/>
          <p:cNvSpPr>
            <a:spLocks noGrp="1" noEditPoints="1"/>
          </p:cNvSpPr>
          <p:nvPr>
            <p:ph type="subTitle" idx="4"/>
          </p:nvPr>
        </p:nvSpPr>
        <p:spPr>
          <a:xfrm>
            <a:off x="7329580" y="2544606"/>
            <a:ext cx="1810800" cy="6069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600">
                <a:solidFill>
                  <a:schemeClr val="accent3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pPr lvl="0"/>
          </a:p>
        </p:txBody>
      </p:sp>
      <p:sp>
        <p:nvSpPr>
          <p:cNvPr id="82" name="Google Shape;82;p11"/>
          <p:cNvSpPr>
            <a:spLocks noGrp="1" noEditPoints="1"/>
          </p:cNvSpPr>
          <p:nvPr>
            <p:ph type="subTitle" idx="5"/>
          </p:nvPr>
        </p:nvSpPr>
        <p:spPr>
          <a:xfrm>
            <a:off x="9468559" y="2544606"/>
            <a:ext cx="1810800" cy="6069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600">
                <a:solidFill>
                  <a:schemeClr val="accent3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210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2100"/>
              </a:spcBef>
              <a:spcAft>
                <a:spcPts val="2100"/>
              </a:spcAft>
              <a:buSzPts val="2200"/>
              <a:buNone/>
              <a:defRPr sz="2200" b="1"/>
            </a:lvl9pPr>
          </a:lstStyle>
          <a:p>
            <a:pPr lvl="0"/>
          </a:p>
        </p:txBody>
      </p:sp>
      <p:sp>
        <p:nvSpPr>
          <p:cNvPr id="83" name="Google Shape;83;p11"/>
          <p:cNvSpPr>
            <a:spLocks noGrp="1" noEditPoints="1"/>
          </p:cNvSpPr>
          <p:nvPr>
            <p:ph type="title"/>
          </p:nvPr>
        </p:nvSpPr>
        <p:spPr>
          <a:xfrm>
            <a:off x="912650" y="974375"/>
            <a:ext cx="10366800" cy="763500"/>
          </a:xfrm>
          <a:prstGeom prst="rect">
            <a:avLst/>
          </a:prstGeom>
          <a:solidFill>
            <a:schemeClr val="accent3"/>
          </a:solidFill>
        </p:spPr>
        <p:txBody>
          <a:bodyPr wrap="square" lIns="121900" tIns="121900" rIns="121900" bIns="121900" anchor="ctr">
            <a:no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84" name="Google Shape;84;p11"/>
          <p:cNvSpPr>
            <a:spLocks noGrp="1" noEditPoints="1"/>
          </p:cNvSpPr>
          <p:nvPr>
            <p:ph type="body" idx="6"/>
          </p:nvPr>
        </p:nvSpPr>
        <p:spPr>
          <a:xfrm>
            <a:off x="912650" y="2952874"/>
            <a:ext cx="1810800" cy="2854800"/>
          </a:xfrm>
          <a:prstGeom prst="rect">
            <a:avLst/>
          </a:prstGeom>
          <a:solidFill>
            <a:schemeClr val="accent3"/>
          </a:solidFill>
        </p:spPr>
        <p:txBody>
          <a:bodyPr wrap="square" lIns="121900" tIns="121900" rIns="121900" bIns="121900" anchor="ctr">
            <a:noAutofit/>
          </a:bodyPr>
          <a:lstStyle>
            <a:lvl1pPr marL="45720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</a:p>
        </p:txBody>
      </p:sp>
      <p:sp>
        <p:nvSpPr>
          <p:cNvPr id="85" name="Google Shape;85;p11"/>
          <p:cNvSpPr>
            <a:spLocks noGrp="1" noEditPoints="1"/>
          </p:cNvSpPr>
          <p:nvPr>
            <p:ph type="body" idx="7"/>
          </p:nvPr>
        </p:nvSpPr>
        <p:spPr>
          <a:xfrm>
            <a:off x="3051626" y="2952874"/>
            <a:ext cx="1810800" cy="2854800"/>
          </a:xfrm>
          <a:prstGeom prst="rect">
            <a:avLst/>
          </a:prstGeom>
          <a:solidFill>
            <a:schemeClr val="accent3"/>
          </a:solidFill>
        </p:spPr>
        <p:txBody>
          <a:bodyPr wrap="square" lIns="121900" tIns="121900" rIns="121900" bIns="121900" anchor="ctr">
            <a:noAutofit/>
          </a:bodyPr>
          <a:lstStyle>
            <a:lvl1pPr marL="45720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</a:p>
        </p:txBody>
      </p:sp>
      <p:sp>
        <p:nvSpPr>
          <p:cNvPr id="86" name="Google Shape;86;p11"/>
          <p:cNvSpPr>
            <a:spLocks noGrp="1" noEditPoints="1"/>
          </p:cNvSpPr>
          <p:nvPr>
            <p:ph type="body" idx="8"/>
          </p:nvPr>
        </p:nvSpPr>
        <p:spPr>
          <a:xfrm>
            <a:off x="5190601" y="2952874"/>
            <a:ext cx="1810800" cy="2854800"/>
          </a:xfrm>
          <a:prstGeom prst="rect">
            <a:avLst/>
          </a:prstGeom>
          <a:solidFill>
            <a:schemeClr val="accent3"/>
          </a:solidFill>
        </p:spPr>
        <p:txBody>
          <a:bodyPr wrap="square" lIns="121900" tIns="121900" rIns="121900" bIns="121900" anchor="ctr">
            <a:noAutofit/>
          </a:bodyPr>
          <a:lstStyle>
            <a:lvl1pPr marL="45720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</a:p>
        </p:txBody>
      </p:sp>
      <p:sp>
        <p:nvSpPr>
          <p:cNvPr id="87" name="Google Shape;87;p11"/>
          <p:cNvSpPr>
            <a:spLocks noGrp="1" noEditPoints="1"/>
          </p:cNvSpPr>
          <p:nvPr>
            <p:ph type="body" idx="9"/>
          </p:nvPr>
        </p:nvSpPr>
        <p:spPr>
          <a:xfrm>
            <a:off x="7329577" y="2952874"/>
            <a:ext cx="1810800" cy="2854800"/>
          </a:xfrm>
          <a:prstGeom prst="rect">
            <a:avLst/>
          </a:prstGeom>
          <a:solidFill>
            <a:schemeClr val="accent3"/>
          </a:solidFill>
        </p:spPr>
        <p:txBody>
          <a:bodyPr wrap="square" lIns="121900" tIns="121900" rIns="121900" bIns="121900" anchor="ctr">
            <a:noAutofit/>
          </a:bodyPr>
          <a:lstStyle>
            <a:lvl1pPr marL="45720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</a:p>
        </p:txBody>
      </p:sp>
      <p:sp>
        <p:nvSpPr>
          <p:cNvPr id="88" name="Google Shape;88;p11"/>
          <p:cNvSpPr>
            <a:spLocks noGrp="1" noEditPoints="1"/>
          </p:cNvSpPr>
          <p:nvPr>
            <p:ph type="body" idx="13"/>
          </p:nvPr>
        </p:nvSpPr>
        <p:spPr>
          <a:xfrm>
            <a:off x="9468552" y="2952874"/>
            <a:ext cx="1810800" cy="2854800"/>
          </a:xfrm>
          <a:prstGeom prst="rect">
            <a:avLst/>
          </a:prstGeom>
          <a:solidFill>
            <a:schemeClr val="accent3"/>
          </a:solidFill>
        </p:spPr>
        <p:txBody>
          <a:bodyPr wrap="square" lIns="121900" tIns="121900" rIns="121900" bIns="121900" anchor="ctr">
            <a:noAutofit/>
          </a:bodyPr>
          <a:lstStyle>
            <a:lvl1pPr marL="45720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pPr lvl="0"/>
          </a:p>
        </p:txBody>
      </p:sp>
      <p:sp>
        <p:nvSpPr>
          <p:cNvPr id="89" name="Google Shape;89;p11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rect l="l" t="t" r="r" b="b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lnTo>
                  <a:pt x="124778" y="30960"/>
                </a:ln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lnTo>
                  <a:pt x="599885" y="30675"/>
                </a:ln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lnTo>
                  <a:pt x="429673" y="30675"/>
                </a:ln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lnTo>
                  <a:pt x="71723" y="2495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lnTo>
                  <a:pt x="546544" y="24674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lnTo>
                  <a:pt x="48863" y="1529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lnTo>
                  <a:pt x="148209" y="1147"/>
                </a:ln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wrap="square" lIns="91425" tIns="45700" rIns="91425" bIns="45700" anchor="ctr">
            <a:no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15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>
            <a:spLocks noGrp="1" noEditPoints="1"/>
          </p:cNvSpPr>
          <p:nvPr>
            <p:ph type="title"/>
          </p:nvPr>
        </p:nvSpPr>
        <p:spPr>
          <a:xfrm>
            <a:off x="876425" y="1981100"/>
            <a:ext cx="5581500" cy="12642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marL="0" marR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92" name="Google Shape;92;p12"/>
          <p:cNvSpPr>
            <a:spLocks noGrp="1" noEditPoints="1"/>
          </p:cNvSpPr>
          <p:nvPr>
            <p:ph type="body" idx="1"/>
          </p:nvPr>
        </p:nvSpPr>
        <p:spPr>
          <a:xfrm>
            <a:off x="876525" y="3438950"/>
            <a:ext cx="5581500" cy="17025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23850" algn="r" rtl="0">
              <a:spcBef>
                <a:spcPts val="0"/>
              </a:spcBef>
              <a:spcAft>
                <a:spcPts val="0"/>
              </a:spcAft>
              <a:buSzPts val="1500"/>
              <a:buChar char="●"/>
            </a:lvl1pPr>
            <a:lvl2pPr marL="914400" lvl="1" indent="-323850" algn="r" rtl="0">
              <a:spcBef>
                <a:spcPts val="0"/>
              </a:spcBef>
              <a:spcAft>
                <a:spcPts val="0"/>
              </a:spcAft>
              <a:buSzPts val="1500"/>
              <a:buChar char="○"/>
            </a:lvl2pPr>
            <a:lvl3pPr marL="1371600" lvl="2" indent="-323850" algn="r" rtl="0">
              <a:spcBef>
                <a:spcPts val="2100"/>
              </a:spcBef>
              <a:spcAft>
                <a:spcPts val="0"/>
              </a:spcAft>
              <a:buSzPts val="1500"/>
              <a:buChar char="■"/>
            </a:lvl3pPr>
            <a:lvl4pPr marL="1828800" lvl="3" indent="-323850" algn="r" rtl="0">
              <a:spcBef>
                <a:spcPts val="2100"/>
              </a:spcBef>
              <a:spcAft>
                <a:spcPts val="0"/>
              </a:spcAft>
              <a:buSzPts val="1500"/>
              <a:buChar char="●"/>
            </a:lvl4pPr>
            <a:lvl5pPr marL="2286000" lvl="4" indent="-323850" algn="r" rtl="0">
              <a:spcBef>
                <a:spcPts val="2100"/>
              </a:spcBef>
              <a:spcAft>
                <a:spcPts val="0"/>
              </a:spcAft>
              <a:buSzPts val="1500"/>
              <a:buChar char="○"/>
            </a:lvl5pPr>
            <a:lvl6pPr marL="2743200" lvl="5" indent="-323850" algn="r" rtl="0">
              <a:spcBef>
                <a:spcPts val="2100"/>
              </a:spcBef>
              <a:spcAft>
                <a:spcPts val="0"/>
              </a:spcAft>
              <a:buSzPts val="1500"/>
              <a:buChar char="■"/>
            </a:lvl6pPr>
            <a:lvl7pPr marL="3200400" lvl="6" indent="-323850" algn="r" rtl="0">
              <a:spcBef>
                <a:spcPts val="2100"/>
              </a:spcBef>
              <a:spcAft>
                <a:spcPts val="0"/>
              </a:spcAft>
              <a:buSzPts val="1500"/>
              <a:buChar char="●"/>
            </a:lvl7pPr>
            <a:lvl8pPr marL="3657600" lvl="7" indent="-323850" algn="r" rtl="0">
              <a:spcBef>
                <a:spcPts val="2100"/>
              </a:spcBef>
              <a:spcAft>
                <a:spcPts val="0"/>
              </a:spcAft>
              <a:buSzPts val="1500"/>
              <a:buChar char="○"/>
            </a:lvl8pPr>
            <a:lvl9pPr marL="4114800" lvl="8" indent="-323850" algn="r" rtl="0">
              <a:spcBef>
                <a:spcPts val="2100"/>
              </a:spcBef>
              <a:spcAft>
                <a:spcPts val="2100"/>
              </a:spcAft>
              <a:buSzPts val="1500"/>
              <a:buChar char="■"/>
            </a:lvl9pPr>
          </a:lstStyle>
          <a:p>
            <a:pPr lvl="0"/>
          </a:p>
        </p:txBody>
      </p:sp>
    </p:spTree>
  </p:cSld>
  <p:clrMapOvr>
    <a:masterClrMapping/>
  </p:clrMapOvr>
  <p:hf dt="0"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16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>
            <a:spLocks noGrp="1" noEditPoints="1"/>
          </p:cNvSpPr>
          <p:nvPr>
            <p:ph type="title"/>
          </p:nvPr>
        </p:nvSpPr>
        <p:spPr>
          <a:xfrm>
            <a:off x="4918988" y="2122000"/>
            <a:ext cx="5581500" cy="12429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95" name="Google Shape;95;p13"/>
          <p:cNvSpPr>
            <a:spLocks noGrp="1" noEditPoints="1"/>
          </p:cNvSpPr>
          <p:nvPr>
            <p:ph type="body" idx="1"/>
          </p:nvPr>
        </p:nvSpPr>
        <p:spPr>
          <a:xfrm>
            <a:off x="4919088" y="3503650"/>
            <a:ext cx="5581500" cy="17025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>
            <a:lvl1pPr marL="45720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</a:lvl2pPr>
            <a:lvl3pPr marL="1371600" lvl="2" indent="-323850">
              <a:spcBef>
                <a:spcPts val="2100"/>
              </a:spcBef>
              <a:spcAft>
                <a:spcPts val="0"/>
              </a:spcAft>
              <a:buSzPts val="1500"/>
              <a:buChar char="■"/>
            </a:lvl3pPr>
            <a:lvl4pPr marL="1828800" lvl="3" indent="-323850">
              <a:spcBef>
                <a:spcPts val="2100"/>
              </a:spcBef>
              <a:spcAft>
                <a:spcPts val="0"/>
              </a:spcAft>
              <a:buSzPts val="1500"/>
              <a:buChar char="●"/>
            </a:lvl4pPr>
            <a:lvl5pPr marL="2286000" lvl="4" indent="-323850">
              <a:spcBef>
                <a:spcPts val="2100"/>
              </a:spcBef>
              <a:spcAft>
                <a:spcPts val="0"/>
              </a:spcAft>
              <a:buSzPts val="1500"/>
              <a:buChar char="○"/>
            </a:lvl5pPr>
            <a:lvl6pPr marL="2743200" lvl="5" indent="-323850">
              <a:spcBef>
                <a:spcPts val="2100"/>
              </a:spcBef>
              <a:spcAft>
                <a:spcPts val="0"/>
              </a:spcAft>
              <a:buSzPts val="1500"/>
              <a:buChar char="■"/>
            </a:lvl6pPr>
            <a:lvl7pPr marL="3200400" lvl="6" indent="-323850">
              <a:spcBef>
                <a:spcPts val="2100"/>
              </a:spcBef>
              <a:spcAft>
                <a:spcPts val="0"/>
              </a:spcAft>
              <a:buSzPts val="1500"/>
              <a:buChar char="●"/>
            </a:lvl7pPr>
            <a:lvl8pPr marL="3657600" lvl="7" indent="-323850">
              <a:spcBef>
                <a:spcPts val="2100"/>
              </a:spcBef>
              <a:spcAft>
                <a:spcPts val="0"/>
              </a:spcAft>
              <a:buSzPts val="1500"/>
              <a:buChar char="○"/>
            </a:lvl8pPr>
            <a:lvl9pPr marL="4114800" lvl="8" indent="-323850">
              <a:spcBef>
                <a:spcPts val="2100"/>
              </a:spcBef>
              <a:spcAft>
                <a:spcPts val="2100"/>
              </a:spcAft>
              <a:buSzPts val="1500"/>
              <a:buChar char="■"/>
            </a:lvl9pPr>
          </a:lstStyle>
          <a:p>
            <a:pPr lvl="0"/>
          </a:p>
        </p:txBody>
      </p:sp>
    </p:spTree>
  </p:cSld>
  <p:clrMapOvr>
    <a:masterClrMapping/>
  </p:clrMapOvr>
  <p:hf dt="0"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22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>
            <a:spLocks noGrp="1" noEditPoints="1"/>
          </p:cNvSpPr>
          <p:nvPr>
            <p:ph type="title"/>
          </p:nvPr>
        </p:nvSpPr>
        <p:spPr>
          <a:xfrm>
            <a:off x="415650" y="421101"/>
            <a:ext cx="11360700" cy="9918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</p:spTree>
  </p:cSld>
  <p:clrMapOvr>
    <a:masterClrMapping/>
  </p:clrMapOvr>
  <p:hf dt="0"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23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/>
          <p:cNvPicPr preferRelativeResize="0"/>
          <p:nvPr/>
        </p:nvPicPr>
        <p:blipFill>
          <a:blip r:embed="rId1">
            <a:alphaModFix amt="55000"/>
          </a:blip>
          <a:srcRect b="15197"/>
          <a:stretch/>
        </p:blipFill>
        <p:spPr>
          <a:xfrm>
            <a:off x="0" y="-33175"/>
            <a:ext cx="12192000" cy="689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574813" y="646713"/>
            <a:ext cx="11042400" cy="553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15"/>
          <p:cNvSpPr>
            <a:spLocks noGrp="1" noEditPoints="1"/>
          </p:cNvSpPr>
          <p:nvPr>
            <p:ph type="title"/>
          </p:nvPr>
        </p:nvSpPr>
        <p:spPr>
          <a:xfrm>
            <a:off x="415650" y="712714"/>
            <a:ext cx="11360700" cy="9774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02" name="Google Shape;102;p15"/>
          <p:cNvSpPr>
            <a:spLocks noGrp="1" noEditPoints="1"/>
          </p:cNvSpPr>
          <p:nvPr>
            <p:ph type="subTitle" idx="1"/>
          </p:nvPr>
        </p:nvSpPr>
        <p:spPr>
          <a:xfrm>
            <a:off x="2359797" y="2378075"/>
            <a:ext cx="7472400" cy="945300"/>
          </a:xfrm>
          <a:prstGeom prst="rect">
            <a:avLst/>
          </a:prstGeom>
        </p:spPr>
        <p:txBody>
          <a:bodyPr wrap="square" lIns="121900" tIns="121900" rIns="121900" bIns="121900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pPr lvl="0"/>
          </a:p>
        </p:txBody>
      </p:sp>
      <p:cxnSp>
        <p:nvCxnSpPr>
          <p:cNvPr id="103" name="Google Shape;103;p15"/>
          <p:cNvCxnSpPr/>
          <p:nvPr/>
        </p:nvCxnSpPr>
        <p:spPr>
          <a:xfrm>
            <a:off x="1783800" y="2957313"/>
            <a:ext cx="8624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104;p15"/>
          <p:cNvSpPr>
            <a:spLocks noGrp="1" noEditPoints="1"/>
          </p:cNvSpPr>
          <p:nvPr>
            <p:ph type="subTitle" idx="2"/>
          </p:nvPr>
        </p:nvSpPr>
        <p:spPr>
          <a:xfrm>
            <a:off x="4010694" y="3281175"/>
            <a:ext cx="4170900" cy="2982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5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>
              <a:spcBef>
                <a:spcPts val="2100"/>
              </a:spcBef>
              <a:spcAft>
                <a:spcPts val="0"/>
              </a:spcAft>
              <a:buSzPts val="1500"/>
              <a:buNone/>
            </a:lvl3pPr>
            <a:lvl4pPr lvl="3">
              <a:spcBef>
                <a:spcPts val="2100"/>
              </a:spcBef>
              <a:spcAft>
                <a:spcPts val="0"/>
              </a:spcAft>
              <a:buSzPts val="1500"/>
              <a:buNone/>
            </a:lvl4pPr>
            <a:lvl5pPr lvl="4">
              <a:spcBef>
                <a:spcPts val="2100"/>
              </a:spcBef>
              <a:spcAft>
                <a:spcPts val="0"/>
              </a:spcAft>
              <a:buSzPts val="1500"/>
              <a:buNone/>
            </a:lvl5pPr>
            <a:lvl6pPr lvl="5">
              <a:spcBef>
                <a:spcPts val="2100"/>
              </a:spcBef>
              <a:spcAft>
                <a:spcPts val="0"/>
              </a:spcAft>
              <a:buSzPts val="1500"/>
              <a:buNone/>
            </a:lvl6pPr>
            <a:lvl7pPr lvl="6">
              <a:spcBef>
                <a:spcPts val="2100"/>
              </a:spcBef>
              <a:spcAft>
                <a:spcPts val="0"/>
              </a:spcAft>
              <a:buSzPts val="1500"/>
              <a:buNone/>
            </a:lvl7pPr>
            <a:lvl8pPr lvl="7">
              <a:spcBef>
                <a:spcPts val="2100"/>
              </a:spcBef>
              <a:spcAft>
                <a:spcPts val="0"/>
              </a:spcAft>
              <a:buSzPts val="1500"/>
              <a:buNone/>
            </a:lvl8pPr>
            <a:lvl9pPr lvl="8">
              <a:spcBef>
                <a:spcPts val="2100"/>
              </a:spcBef>
              <a:spcAft>
                <a:spcPts val="2100"/>
              </a:spcAft>
              <a:buSzPts val="1500"/>
              <a:buNone/>
            </a:lvl9pPr>
          </a:lstStyle>
          <a:p>
            <a:pPr lvl="0"/>
          </a:p>
        </p:txBody>
      </p:sp>
      <p:sp>
        <p:nvSpPr>
          <p:cNvPr id="105" name="Google Shape;105;p15"/>
          <p:cNvSpPr>
            <a:spLocks noGrp="1" noEditPoints="1"/>
          </p:cNvSpPr>
          <p:nvPr>
            <p:ph type="title" idx="3"/>
          </p:nvPr>
        </p:nvSpPr>
        <p:spPr>
          <a:xfrm>
            <a:off x="1200150" y="3818025"/>
            <a:ext cx="9791700" cy="596100"/>
          </a:xfrm>
          <a:prstGeom prst="rect">
            <a:avLst/>
          </a:prstGeom>
          <a:solidFill>
            <a:schemeClr val="accent1"/>
          </a:solidFill>
        </p:spPr>
        <p:txBody>
          <a:bodyPr wrap="square" lIns="121900" tIns="121900" rIns="121900" bIns="121900" anchor="ctr">
            <a:noAutofit/>
          </a:bodyPr>
          <a:lstStyle>
            <a:lvl1pPr algn="ctr" rtl="0">
              <a:spcBef>
                <a:spcPts val="0"/>
              </a:spcBef>
              <a:spcAft>
                <a:spcPts val="0"/>
              </a:spcAft>
              <a:buSzPts val="4000"/>
              <a:buNone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106" name="Google Shape;106;p15"/>
          <p:cNvSpPr>
            <a:spLocks noGrp="1" noEditPoints="1"/>
          </p:cNvSpPr>
          <p:nvPr>
            <p:ph type="subTitle" idx="4"/>
          </p:nvPr>
        </p:nvSpPr>
        <p:spPr>
          <a:xfrm>
            <a:off x="4010694" y="4652775"/>
            <a:ext cx="4170900" cy="2982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i="1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</a:lvl2pPr>
            <a:lvl3pPr lvl="2" rtl="0">
              <a:spcBef>
                <a:spcPts val="2100"/>
              </a:spcBef>
              <a:spcAft>
                <a:spcPts val="0"/>
              </a:spcAft>
              <a:buSzPts val="1500"/>
              <a:buNone/>
            </a:lvl3pPr>
            <a:lvl4pPr lvl="3" rtl="0">
              <a:spcBef>
                <a:spcPts val="2100"/>
              </a:spcBef>
              <a:spcAft>
                <a:spcPts val="0"/>
              </a:spcAft>
              <a:buSzPts val="1500"/>
              <a:buNone/>
            </a:lvl4pPr>
            <a:lvl5pPr lvl="4" rtl="0">
              <a:spcBef>
                <a:spcPts val="2100"/>
              </a:spcBef>
              <a:spcAft>
                <a:spcPts val="0"/>
              </a:spcAft>
              <a:buSzPts val="1500"/>
              <a:buNone/>
            </a:lvl5pPr>
            <a:lvl6pPr lvl="5" rtl="0">
              <a:spcBef>
                <a:spcPts val="2100"/>
              </a:spcBef>
              <a:spcAft>
                <a:spcPts val="0"/>
              </a:spcAft>
              <a:buSzPts val="1500"/>
              <a:buNone/>
            </a:lvl6pPr>
            <a:lvl7pPr lvl="6" rtl="0">
              <a:spcBef>
                <a:spcPts val="2100"/>
              </a:spcBef>
              <a:spcAft>
                <a:spcPts val="0"/>
              </a:spcAft>
              <a:buSzPts val="1500"/>
              <a:buNone/>
            </a:lvl7pPr>
            <a:lvl8pPr lvl="7" rtl="0">
              <a:spcBef>
                <a:spcPts val="2100"/>
              </a:spcBef>
              <a:spcAft>
                <a:spcPts val="0"/>
              </a:spcAft>
              <a:buSzPts val="1500"/>
              <a:buNone/>
            </a:lvl8pPr>
            <a:lvl9pPr lvl="8" rtl="0">
              <a:spcBef>
                <a:spcPts val="2100"/>
              </a:spcBef>
              <a:spcAft>
                <a:spcPts val="2100"/>
              </a:spcAft>
              <a:buSzPts val="1500"/>
              <a:buNone/>
            </a:lvl9pPr>
          </a:lstStyle>
          <a:p>
            <a:pPr lvl="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996863" y="5542288"/>
            <a:ext cx="10198275" cy="0"/>
            <a:chOff x="1007625" y="5986750"/>
            <a:chExt cx="10198275" cy="0"/>
          </a:xfrm>
        </p:grpSpPr>
        <p:cxnSp>
          <p:nvCxnSpPr>
            <p:cNvPr id="108" name="Google Shape;108;p15"/>
            <p:cNvCxnSpPr/>
            <p:nvPr/>
          </p:nvCxnSpPr>
          <p:spPr>
            <a:xfrm>
              <a:off x="1007625" y="5986750"/>
              <a:ext cx="2986500" cy="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>
              <a:off x="8219400" y="5986750"/>
              <a:ext cx="2986500" cy="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0" name="Google Shape;110;p15"/>
          <p:cNvSpPr>
            <a:spLocks noGrp="1" noEditPoints="1"/>
          </p:cNvSpPr>
          <p:nvPr>
            <p:ph type="subTitle" idx="5"/>
          </p:nvPr>
        </p:nvSpPr>
        <p:spPr>
          <a:xfrm>
            <a:off x="1222282" y="5542300"/>
            <a:ext cx="2849100" cy="2982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60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i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500"/>
              <a:buNone/>
              <a:defRPr i="1"/>
            </a:lvl9pPr>
          </a:lstStyle>
          <a:p>
            <a:pPr lvl="0"/>
          </a:p>
        </p:txBody>
      </p:sp>
      <p:sp>
        <p:nvSpPr>
          <p:cNvPr id="111" name="Google Shape;111;p15"/>
          <p:cNvSpPr>
            <a:spLocks noGrp="1" noEditPoints="1"/>
          </p:cNvSpPr>
          <p:nvPr>
            <p:ph type="subTitle" idx="6"/>
          </p:nvPr>
        </p:nvSpPr>
        <p:spPr>
          <a:xfrm>
            <a:off x="8120422" y="5542300"/>
            <a:ext cx="2849100" cy="2982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600" i="1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i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500"/>
              <a:buNone/>
              <a:defRPr i="1"/>
            </a:lvl9pPr>
          </a:lstStyle>
          <a:p>
            <a:pPr lvl="0"/>
          </a:p>
        </p:txBody>
      </p:sp>
      <p:sp>
        <p:nvSpPr>
          <p:cNvPr id="112" name="Google Shape;112;p15"/>
          <p:cNvSpPr>
            <a:spLocks noGrp="1" noEditPoints="1"/>
          </p:cNvSpPr>
          <p:nvPr>
            <p:ph type="subTitle" idx="7"/>
          </p:nvPr>
        </p:nvSpPr>
        <p:spPr>
          <a:xfrm>
            <a:off x="1222282" y="5244100"/>
            <a:ext cx="2849100" cy="2982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i="1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i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500"/>
              <a:buNone/>
              <a:defRPr i="1"/>
            </a:lvl9pPr>
          </a:lstStyle>
          <a:p>
            <a:pPr lvl="0"/>
          </a:p>
        </p:txBody>
      </p:sp>
      <p:sp>
        <p:nvSpPr>
          <p:cNvPr id="113" name="Google Shape;113;p15"/>
          <p:cNvSpPr>
            <a:spLocks noGrp="1" noEditPoints="1"/>
          </p:cNvSpPr>
          <p:nvPr>
            <p:ph type="subTitle" idx="8"/>
          </p:nvPr>
        </p:nvSpPr>
        <p:spPr>
          <a:xfrm>
            <a:off x="8214050" y="5548888"/>
            <a:ext cx="2981100" cy="2982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>
            <a:lvl1pPr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i="1"/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i="1"/>
            </a:lvl2pPr>
            <a:lvl3pPr lvl="2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3pPr>
            <a:lvl4pPr lvl="3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4pPr>
            <a:lvl5pPr lvl="4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5pPr>
            <a:lvl6pPr lvl="5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6pPr>
            <a:lvl7pPr lvl="6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7pPr>
            <a:lvl8pPr lvl="7" rtl="0">
              <a:spcBef>
                <a:spcPts val="2100"/>
              </a:spcBef>
              <a:spcAft>
                <a:spcPts val="0"/>
              </a:spcAft>
              <a:buSzPts val="1500"/>
              <a:buNone/>
              <a:defRPr i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1500"/>
              <a:buNone/>
              <a:defRPr i="1"/>
            </a:lvl9pPr>
          </a:lstStyle>
          <a:p>
            <a:pPr lvl="0"/>
          </a:p>
        </p:txBody>
      </p:sp>
      <p:sp>
        <p:nvSpPr>
          <p:cNvPr id="114" name="Google Shape;114;p15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rect l="l" t="t" r="r" b="b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lnTo>
                  <a:pt x="124778" y="30960"/>
                </a:ln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lnTo>
                  <a:pt x="599885" y="30675"/>
                </a:ln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lnTo>
                  <a:pt x="429673" y="30675"/>
                </a:ln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lnTo>
                  <a:pt x="71723" y="2495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lnTo>
                  <a:pt x="546544" y="24674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lnTo>
                  <a:pt x="48863" y="1529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lnTo>
                  <a:pt x="148209" y="1147"/>
                </a:ln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wrap="square" lIns="91425" tIns="45700" rIns="91425" bIns="45700" anchor="ctr">
            <a:no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7" name="Google Shape;117;p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463500" y="2858044"/>
              <a:ext cx="8956500" cy="3830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45700" rIns="91425" bIns="45700" anchor="t">
              <a:noAutofit/>
            </a:bodyPr>
            <a:lstStyle/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36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lang="en" sz="3600" b="1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sz="3000" b="1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700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1"/>
                </a:rPr>
                <a:t>FAQ</a:t>
              </a:r>
              <a:r>
                <a:rPr lang="en" sz="4400" b="1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119" name="Google Shape;119;p16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w="38100" cap="flat" cmpd="sng">
              <a:solidFill>
                <a:srgbClr val="FFCB2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120" name="Google Shape;120;p16">
              <a:hlinkClick r:id="rId2"/>
            </p:cNvPr>
            <p:cNvPicPr preferRelativeResize="0"/>
            <p:nvPr/>
          </p:nvPicPr>
          <p:blipFill>
            <a:blip r:embed="rId3">
              <a:alphaModFix/>
            </a:blip>
            <a:srcRect/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6">
              <a:hlinkClick r:id="rId4"/>
            </p:cNvPr>
            <p:cNvPicPr preferRelativeResize="0"/>
            <p:nvPr/>
          </p:nvPicPr>
          <p:blipFill>
            <a:blip r:embed="rId5">
              <a:alphaModFix/>
            </a:blip>
            <a:srcRect/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16">
              <a:hlinkClick r:id="rId6"/>
            </p:cNvPr>
            <p:cNvPicPr preferRelativeResize="0"/>
            <p:nvPr/>
          </p:nvPicPr>
          <p:blipFill>
            <a:blip r:embed="rId7">
              <a:alphaModFix/>
            </a:blip>
            <a:srcRect/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6">
              <a:hlinkClick r:id="rId8"/>
            </p:cNvPr>
            <p:cNvPicPr preferRelativeResize="0"/>
            <p:nvPr/>
          </p:nvPicPr>
          <p:blipFill>
            <a:blip r:embed="rId9">
              <a:alphaModFix/>
            </a:blip>
            <a:srcRect/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16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25" tIns="91425" rIns="91425" bIns="91425" anchor="t">
              <a:noAutofit/>
            </a:bodyPr>
            <a:lstStyle/>
            <a:p>
              <a:pPr mar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sz="2400" b="1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125" name="Google Shape;125;p16"/>
          <p:cNvPicPr preferRelativeResize="0"/>
          <p:nvPr/>
        </p:nvPicPr>
        <p:blipFill>
          <a:blip r:embed="rId10">
            <a:alphaModFix/>
          </a:blip>
          <a:srcRect t="16256" b="20906"/>
          <a:stretch/>
        </p:blipFill>
        <p:spPr>
          <a:xfrm>
            <a:off x="125075" y="493725"/>
            <a:ext cx="8239800" cy="20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>
            <a:spLocks noGrp="1" noEditPoints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wrap="square" lIns="121900" tIns="121900" rIns="121900" bIns="121900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ice"/>
              <a:buNone/>
              <a:defRPr sz="40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ice"/>
              <a:buNone/>
              <a:defRPr sz="40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ice"/>
              <a:buNone/>
              <a:defRPr sz="40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ice"/>
              <a:buNone/>
              <a:defRPr sz="40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ice"/>
              <a:buNone/>
              <a:defRPr sz="40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ice"/>
              <a:buNone/>
              <a:defRPr sz="40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ice"/>
              <a:buNone/>
              <a:defRPr sz="40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ice"/>
              <a:buNone/>
              <a:defRPr sz="40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ice"/>
              <a:buNone/>
              <a:defRPr sz="40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9pPr>
          </a:lstStyle>
          <a:p/>
        </p:txBody>
      </p:sp>
      <p:sp>
        <p:nvSpPr>
          <p:cNvPr id="7" name="Google Shape;7;p1"/>
          <p:cNvSpPr>
            <a:spLocks noGrp="1" noEditPoints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wrap="square" lIns="121900" tIns="121900" rIns="121900" bIns="121900" anchor="t">
            <a:noAutofit/>
          </a:bodyPr>
          <a:lstStyle>
            <a:lvl1pPr marL="45720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Montserrat Medium"/>
              <a:buChar char="●"/>
              <a:defRPr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238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Montserrat Medium"/>
              <a:buChar char="○"/>
              <a:defRPr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238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Montserrat Medium"/>
              <a:buChar char="■"/>
              <a:defRPr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238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Montserrat Medium"/>
              <a:buChar char="●"/>
              <a:defRPr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238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Montserrat Medium"/>
              <a:buChar char="○"/>
              <a:defRPr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238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Montserrat Medium"/>
              <a:buChar char="■"/>
              <a:defRPr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238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Montserrat Medium"/>
              <a:buChar char="●"/>
              <a:defRPr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238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Montserrat Medium"/>
              <a:buChar char="○"/>
              <a:defRPr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238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500"/>
              <a:buFont typeface="Montserrat Medium"/>
              <a:buChar char="■"/>
              <a:defRPr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lvl="0"/>
          </a:p>
        </p:txBody>
      </p:sp>
      <p:sp>
        <p:nvSpPr>
          <p:cNvPr id="8" name="Google Shape;8;p1"/>
          <p:cNvSpPr>
            <a:spLocks noGrp="1" noEditPoints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wrap="square" lIns="121900" tIns="121900" rIns="121900" bIns="121900" anchor="ctr">
            <a:noAutofit/>
          </a:bodyPr>
          <a:lstStyle>
            <a:lvl1pPr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</a:p>
        </p:txBody>
      </p:sp>
      <p:sp>
        <p:nvSpPr>
          <p:cNvPr id="9" name="Google Shape;9;p1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rect l="l" t="t" r="r" b="b"/>
            <a:pathLst>
              <a:path w="919793" h="8764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lnTo>
                  <a:pt x="124778" y="30960"/>
                </a:ln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lnTo>
                  <a:pt x="599885" y="30675"/>
                </a:ln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lnTo>
                  <a:pt x="429673" y="30675"/>
                </a:ln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lnTo>
                  <a:pt x="71723" y="2495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lnTo>
                  <a:pt x="546544" y="24674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lnTo>
                  <a:pt x="48863" y="1529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lnTo>
                  <a:pt x="148209" y="1147"/>
                </a:ln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wrap="square" lIns="91425" tIns="45700" rIns="91425" bIns="45700" anchor="ctr">
            <a:noAutofit/>
          </a:bodyPr>
          <a:lstStyle/>
          <a:p>
            <a:pPr marL="0" marR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sldNum="0" hdr="0" ftr="0"/>
  <p:txStyles>
    <p:titleStyle>
      <a:lvl1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lvl1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>
            <a:spLocks noGrp="1" noEditPoints="1"/>
          </p:cNvSpPr>
          <p:nvPr>
            <p:ph type="subTitle" idx="1"/>
          </p:nvPr>
        </p:nvSpPr>
        <p:spPr>
          <a:xfrm>
            <a:off x="3280650" y="4902575"/>
            <a:ext cx="5630700" cy="5865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/>
              <a:t>Ракипова Сафина/Гудова Самира</a:t>
            </a:r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/>
              <a:t>группа 0-24-10</a:t>
            </a:r>
          </a:p>
        </p:txBody>
      </p:sp>
      <p:sp>
        <p:nvSpPr>
          <p:cNvPr id="131" name="Google Shape;131;p17"/>
          <p:cNvSpPr>
            <a:spLocks noGrp="1" noEditPoints="1"/>
          </p:cNvSpPr>
          <p:nvPr>
            <p:ph type="title"/>
          </p:nvPr>
        </p:nvSpPr>
        <p:spPr>
          <a:xfrm>
            <a:off x="2659859" y="1676150"/>
            <a:ext cx="7006098" cy="28101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sz="4400"/>
              <a:t>Понятие «ощущение». Свойства ощущений. Классификации ощущений.</a:t>
            </a:r>
            <a:r>
              <a:rPr lang="en" sz="5400"/>
              <a:t> </a:t>
            </a:r>
            <a:endParaRPr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4909180" y="448851"/>
            <a:ext cx="6915300" cy="4153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" name="Google Shape;138;p18"/>
          <p:cNvSpPr>
            <a:spLocks noGrp="1" noEditPoints="1"/>
          </p:cNvSpPr>
          <p:nvPr>
            <p:ph type="title"/>
          </p:nvPr>
        </p:nvSpPr>
        <p:spPr>
          <a:xfrm>
            <a:off x="6244630" y="770736"/>
            <a:ext cx="3315381" cy="466156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/>
              <a:t>Понятие </a:t>
            </a:r>
            <a:r>
              <a:rPr lang="en-US" sz="2400"/>
              <a:t>"</a:t>
            </a:r>
            <a:r>
              <a:rPr lang="ru-RU" sz="2400"/>
              <a:t>Ощущение</a:t>
            </a:r>
            <a:r>
              <a:rPr lang="en-US" sz="2400"/>
              <a:t>"</a:t>
            </a:r>
            <a:endParaRPr sz="2400"/>
          </a:p>
        </p:txBody>
      </p:sp>
      <p:sp>
        <p:nvSpPr>
          <p:cNvPr id="139" name="Google Shape;139;p18"/>
          <p:cNvSpPr>
            <a:spLocks noGrp="1" noEditPoints="1"/>
          </p:cNvSpPr>
          <p:nvPr>
            <p:ph type="body" idx="1"/>
          </p:nvPr>
        </p:nvSpPr>
        <p:spPr>
          <a:xfrm>
            <a:off x="5865489" y="1462112"/>
            <a:ext cx="5322600" cy="2864012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Ощущение</a:t>
            </a:r>
            <a:r>
              <a:rPr lang="en" sz="2000"/>
              <a:t> — это психический процесс отражения отдельных свойств</a:t>
            </a:r>
            <a:r>
              <a:rPr lang="ru-RU" sz="2000"/>
              <a:t> </a:t>
            </a:r>
            <a:r>
              <a:rPr lang="en" sz="2000"/>
              <a:t>предметов и явлений окружающего мира, возникающий при их</a:t>
            </a:r>
            <a:r>
              <a:rPr lang="ru-RU" sz="2000"/>
              <a:t> </a:t>
            </a:r>
            <a:r>
              <a:rPr lang="en" sz="2000"/>
              <a:t>непосредственном воздействии на органы чувств (анализаторы).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.</a:t>
            </a:r>
            <a:endParaRPr sz="2000"/>
          </a:p>
        </p:txBody>
      </p:sp>
      <p:pic>
        <p:nvPicPr>
          <p:cNvPr id="140" name="Изображение 13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1236892"/>
            <a:ext cx="5395887" cy="53958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>
            <a:spLocks noGrp="1" noEditPoints="1"/>
          </p:cNvSpPr>
          <p:nvPr>
            <p:ph type="title"/>
          </p:nvPr>
        </p:nvSpPr>
        <p:spPr>
          <a:xfrm>
            <a:off x="1777725" y="1321750"/>
            <a:ext cx="8623500" cy="763500"/>
          </a:xfrm>
          <a:prstGeom prst="rect">
            <a:avLst/>
          </a:prstGeom>
          <a:solidFill>
            <a:schemeClr val="accent1"/>
          </a:solidFill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Физиологической основой ощущений выступают анализаторы</a:t>
            </a:r>
            <a:endParaRPr sz="2400"/>
          </a:p>
        </p:txBody>
      </p:sp>
      <p:sp>
        <p:nvSpPr>
          <p:cNvPr id="162" name="Google Shape;162;p20"/>
          <p:cNvSpPr>
            <a:spLocks noGrp="1" noEditPoints="1"/>
          </p:cNvSpPr>
          <p:nvPr>
            <p:ph type="body" idx="1"/>
          </p:nvPr>
        </p:nvSpPr>
        <p:spPr>
          <a:xfrm>
            <a:off x="2199000" y="2569025"/>
            <a:ext cx="7794000" cy="25908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/>
          <a:p>
            <a:pPr marL="45720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-RU"/>
              <a:t>Рецептор </a:t>
            </a:r>
          </a:p>
          <a:p>
            <a:pPr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ru-RU"/>
              <a:t>экстерорецепторы</a:t>
            </a:r>
          </a:p>
          <a:p>
            <a:pPr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ru-RU"/>
              <a:t>интерорецепторы</a:t>
            </a:r>
          </a:p>
          <a:p>
            <a:pPr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ru-RU"/>
              <a:t>проприорецепторы</a:t>
            </a:r>
          </a:p>
          <a:p>
            <a:pPr marL="45720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Проводящие нервные пути</a:t>
            </a:r>
            <a:endParaRPr lang="ru-RU"/>
          </a:p>
          <a:p>
            <a:pPr marL="45720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Корковые отделы анализатора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>
            <a:spLocks noGrp="1" noEditPoints="1"/>
          </p:cNvSpPr>
          <p:nvPr>
            <p:ph type="title"/>
          </p:nvPr>
        </p:nvSpPr>
        <p:spPr>
          <a:xfrm>
            <a:off x="992275" y="1056675"/>
            <a:ext cx="10153500" cy="7635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Свойства ощущений</a:t>
            </a:r>
          </a:p>
        </p:txBody>
      </p:sp>
      <p:sp>
        <p:nvSpPr>
          <p:cNvPr id="145" name="Google Shape;145;p19"/>
          <p:cNvSpPr>
            <a:spLocks noGrp="1" noEditPoints="1"/>
          </p:cNvSpPr>
          <p:nvPr>
            <p:ph type="body" idx="1"/>
          </p:nvPr>
        </p:nvSpPr>
        <p:spPr>
          <a:xfrm>
            <a:off x="1408085" y="2729898"/>
            <a:ext cx="2152481" cy="475371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"/>
              <a:t> </a:t>
            </a:r>
            <a:r>
              <a:rPr lang="en" b="1"/>
              <a:t>Качество</a:t>
            </a:r>
            <a:endParaRPr b="1"/>
          </a:p>
        </p:txBody>
      </p:sp>
      <p:sp>
        <p:nvSpPr>
          <p:cNvPr id="146" name="Google Shape;146;p19"/>
          <p:cNvSpPr>
            <a:spLocks noGrp="1" noEditPoints="1"/>
          </p:cNvSpPr>
          <p:nvPr>
            <p:ph type="body" idx="2"/>
          </p:nvPr>
        </p:nvSpPr>
        <p:spPr>
          <a:xfrm>
            <a:off x="4577074" y="2729898"/>
            <a:ext cx="2984100" cy="475371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" b="1"/>
              <a:t>Интенсивность</a:t>
            </a:r>
            <a:endParaRPr b="1"/>
          </a:p>
        </p:txBody>
      </p:sp>
      <p:sp>
        <p:nvSpPr>
          <p:cNvPr id="147" name="Google Shape;147;p19"/>
          <p:cNvSpPr>
            <a:spLocks noGrp="1" noEditPoints="1"/>
          </p:cNvSpPr>
          <p:nvPr>
            <p:ph type="body" idx="3"/>
          </p:nvPr>
        </p:nvSpPr>
        <p:spPr>
          <a:xfrm>
            <a:off x="992275" y="4075660"/>
            <a:ext cx="2984100" cy="7635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" b="1"/>
              <a:t>Пространственная локализация</a:t>
            </a:r>
            <a:endParaRPr b="1"/>
          </a:p>
        </p:txBody>
      </p:sp>
      <p:sp>
        <p:nvSpPr>
          <p:cNvPr id="148" name="Google Shape;148;p19"/>
          <p:cNvSpPr>
            <a:spLocks noGrp="1" noEditPoints="1"/>
          </p:cNvSpPr>
          <p:nvPr>
            <p:ph type="body" idx="4"/>
          </p:nvPr>
        </p:nvSpPr>
        <p:spPr>
          <a:xfrm>
            <a:off x="4576975" y="4075659"/>
            <a:ext cx="2984100" cy="475371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" b="1"/>
              <a:t>Адаптация</a:t>
            </a:r>
            <a:endParaRPr b="1"/>
          </a:p>
        </p:txBody>
      </p:sp>
      <p:sp>
        <p:nvSpPr>
          <p:cNvPr id="149" name="Google Shape;149;p19"/>
          <p:cNvSpPr>
            <a:spLocks noGrp="1" noEditPoints="1"/>
          </p:cNvSpPr>
          <p:nvPr>
            <p:ph type="title" idx="5"/>
          </p:nvPr>
        </p:nvSpPr>
        <p:spPr>
          <a:xfrm>
            <a:off x="992275" y="2122800"/>
            <a:ext cx="2984100" cy="475371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</a:p>
        </p:txBody>
      </p:sp>
      <p:sp>
        <p:nvSpPr>
          <p:cNvPr id="150" name="Google Shape;150;p19"/>
          <p:cNvSpPr>
            <a:spLocks noGrp="1" noEditPoints="1"/>
          </p:cNvSpPr>
          <p:nvPr>
            <p:ph type="title" idx="6"/>
          </p:nvPr>
        </p:nvSpPr>
        <p:spPr>
          <a:xfrm>
            <a:off x="4577074" y="2122800"/>
            <a:ext cx="2984100" cy="475371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</a:p>
        </p:txBody>
      </p:sp>
      <p:sp>
        <p:nvSpPr>
          <p:cNvPr id="151" name="Google Shape;151;p19"/>
          <p:cNvSpPr>
            <a:spLocks noGrp="1" noEditPoints="1"/>
          </p:cNvSpPr>
          <p:nvPr>
            <p:ph type="title" idx="7"/>
          </p:nvPr>
        </p:nvSpPr>
        <p:spPr>
          <a:xfrm>
            <a:off x="992275" y="3600289"/>
            <a:ext cx="2984100" cy="475372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</a:p>
        </p:txBody>
      </p:sp>
      <p:sp>
        <p:nvSpPr>
          <p:cNvPr id="152" name="Google Shape;152;p19"/>
          <p:cNvSpPr>
            <a:spLocks noGrp="1" noEditPoints="1"/>
          </p:cNvSpPr>
          <p:nvPr>
            <p:ph type="title" idx="8"/>
          </p:nvPr>
        </p:nvSpPr>
        <p:spPr>
          <a:xfrm>
            <a:off x="4577075" y="3600289"/>
            <a:ext cx="2984100" cy="475372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</a:p>
        </p:txBody>
      </p:sp>
      <p:sp>
        <p:nvSpPr>
          <p:cNvPr id="153" name="Google Shape;153;p19"/>
          <p:cNvSpPr>
            <a:spLocks noGrp="1" noEditPoints="1"/>
          </p:cNvSpPr>
          <p:nvPr>
            <p:ph type="body" idx="9"/>
          </p:nvPr>
        </p:nvSpPr>
        <p:spPr>
          <a:xfrm>
            <a:off x="8161874" y="2729898"/>
            <a:ext cx="2984100" cy="11544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" b="1"/>
              <a:t>Длительность</a:t>
            </a:r>
            <a:endParaRPr b="1"/>
          </a:p>
        </p:txBody>
      </p:sp>
      <p:sp>
        <p:nvSpPr>
          <p:cNvPr id="154" name="Google Shape;154;p19"/>
          <p:cNvSpPr>
            <a:spLocks noGrp="1" noEditPoints="1"/>
          </p:cNvSpPr>
          <p:nvPr>
            <p:ph type="body" idx="13"/>
          </p:nvPr>
        </p:nvSpPr>
        <p:spPr>
          <a:xfrm>
            <a:off x="8161675" y="4075661"/>
            <a:ext cx="2984100" cy="7635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" b="1"/>
              <a:t>Последовательные образы</a:t>
            </a:r>
            <a:endParaRPr b="1"/>
          </a:p>
        </p:txBody>
      </p:sp>
      <p:sp>
        <p:nvSpPr>
          <p:cNvPr id="155" name="Google Shape;155;p19"/>
          <p:cNvSpPr>
            <a:spLocks noGrp="1" noEditPoints="1"/>
          </p:cNvSpPr>
          <p:nvPr>
            <p:ph type="title" idx="14"/>
          </p:nvPr>
        </p:nvSpPr>
        <p:spPr>
          <a:xfrm>
            <a:off x="8161874" y="2122800"/>
            <a:ext cx="2984100" cy="475371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</a:p>
        </p:txBody>
      </p:sp>
      <p:sp>
        <p:nvSpPr>
          <p:cNvPr id="156" name="Google Shape;156;p19"/>
          <p:cNvSpPr>
            <a:spLocks noGrp="1" noEditPoints="1"/>
          </p:cNvSpPr>
          <p:nvPr>
            <p:ph type="title" idx="15"/>
          </p:nvPr>
        </p:nvSpPr>
        <p:spPr>
          <a:xfrm>
            <a:off x="8161874" y="3600289"/>
            <a:ext cx="2984100" cy="475372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</a:p>
        </p:txBody>
      </p:sp>
      <p:sp>
        <p:nvSpPr>
          <p:cNvPr id="157" name="Google Shape;151;p19"/>
          <p:cNvSpPr/>
          <p:nvPr/>
        </p:nvSpPr>
        <p:spPr>
          <a:xfrm>
            <a:off x="2678213" y="4839160"/>
            <a:ext cx="2984100" cy="4753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21900" tIns="121900" rIns="121900" bIns="121900" anchor="ctr">
            <a:no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 b="0" i="0" u="none" strike="noStrike" cap="none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r>
              <a:rPr lang="ru-RU"/>
              <a:t>7</a:t>
            </a:r>
            <a:endParaRPr lang="en"/>
          </a:p>
        </p:txBody>
      </p:sp>
      <p:sp>
        <p:nvSpPr>
          <p:cNvPr id="158" name="Google Shape;151;p19"/>
          <p:cNvSpPr/>
          <p:nvPr/>
        </p:nvSpPr>
        <p:spPr>
          <a:xfrm>
            <a:off x="6524863" y="4839160"/>
            <a:ext cx="2984100" cy="4753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21900" tIns="121900" rIns="121900" bIns="121900" anchor="ctr">
            <a:noAutofit/>
          </a:bodyPr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 b="0" i="0" u="none" strike="noStrike" cap="none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 b="0" i="0" u="none" strike="noStrike" cap="non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r>
              <a:rPr lang="ru-RU"/>
              <a:t>8</a:t>
            </a:r>
            <a:endParaRPr lang="en"/>
          </a:p>
        </p:txBody>
      </p:sp>
      <p:sp>
        <p:nvSpPr>
          <p:cNvPr id="159" name="Текст. поле 158"/>
          <p:cNvSpPr txBox="1"/>
          <p:nvPr/>
        </p:nvSpPr>
        <p:spPr>
          <a:xfrm>
            <a:off x="2568060" y="5436198"/>
            <a:ext cx="3204406" cy="575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/>
              <a:buChar char="•"/>
            </a:pPr>
            <a:r>
              <a:rPr lang="en-US" sz="1600" b="1"/>
              <a:t>Взаимодействие ощущений</a:t>
            </a:r>
          </a:p>
        </p:txBody>
      </p:sp>
      <p:sp>
        <p:nvSpPr>
          <p:cNvPr id="160" name="Текст. поле 159"/>
          <p:cNvSpPr txBox="1"/>
          <p:nvPr/>
        </p:nvSpPr>
        <p:spPr>
          <a:xfrm>
            <a:off x="6524863" y="5436198"/>
            <a:ext cx="2984100" cy="332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/>
              <a:buChar char="•"/>
            </a:pPr>
            <a:r>
              <a:rPr lang="en-US" sz="1600" b="1"/>
              <a:t>Порог ощущений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>
            <a:spLocks noGrp="1" noEditPoints="1"/>
          </p:cNvSpPr>
          <p:nvPr>
            <p:ph type="body" idx="1"/>
          </p:nvPr>
        </p:nvSpPr>
        <p:spPr>
          <a:xfrm>
            <a:off x="4827542" y="5265648"/>
            <a:ext cx="2536914" cy="679575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21"/>
          <p:cNvSpPr>
            <a:spLocks noGrp="1" noEditPoints="1"/>
          </p:cNvSpPr>
          <p:nvPr>
            <p:ph type="title"/>
          </p:nvPr>
        </p:nvSpPr>
        <p:spPr>
          <a:xfrm>
            <a:off x="2401350" y="2393050"/>
            <a:ext cx="7389300" cy="23904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Классификации ощущений </a:t>
            </a:r>
          </a:p>
        </p:txBody>
      </p:sp>
      <p:sp>
        <p:nvSpPr>
          <p:cNvPr id="169" name="Google Shape;169;p21"/>
          <p:cNvSpPr/>
          <p:nvPr/>
        </p:nvSpPr>
        <p:spPr>
          <a:xfrm>
            <a:off x="5062950" y="341550"/>
            <a:ext cx="2066100" cy="2066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21"/>
          <p:cNvSpPr/>
          <p:nvPr/>
        </p:nvSpPr>
        <p:spPr>
          <a:xfrm>
            <a:off x="5327066" y="911750"/>
            <a:ext cx="1466128" cy="99910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/>
            <a:r>
              <a:rPr b="0" i="0">
                <a:ln>
                  <a:noFill/>
                </a:ln>
                <a:solidFill>
                  <a:schemeClr val="accent3"/>
                </a:solidFill>
                <a:latin typeface="Rozha One"/>
              </a:rPr>
              <a:t>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>
            <a:spLocks noGrp="1" noEditPoints="1"/>
          </p:cNvSpPr>
          <p:nvPr>
            <p:ph type="title"/>
          </p:nvPr>
        </p:nvSpPr>
        <p:spPr>
          <a:xfrm>
            <a:off x="1699458" y="1142466"/>
            <a:ext cx="9350755" cy="7635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По модальности (виду</a:t>
            </a:r>
            <a:r>
              <a:rPr lang="ru-RU" sz="3600"/>
              <a:t> </a:t>
            </a:r>
            <a:r>
              <a:rPr lang="en" sz="3600"/>
              <a:t>раздражителя)</a:t>
            </a:r>
            <a:endParaRPr sz="3600"/>
          </a:p>
        </p:txBody>
      </p:sp>
      <p:sp>
        <p:nvSpPr>
          <p:cNvPr id="176" name="Google Shape;176;p22"/>
          <p:cNvSpPr>
            <a:spLocks noGrp="1" noEditPoints="1"/>
          </p:cNvSpPr>
          <p:nvPr>
            <p:ph type="body" idx="1"/>
          </p:nvPr>
        </p:nvSpPr>
        <p:spPr>
          <a:xfrm>
            <a:off x="2572847" y="2027090"/>
            <a:ext cx="2888208" cy="2987965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1600"/>
              <a:t>зрительные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1600"/>
              <a:t>слуховые 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1600"/>
              <a:t>обонятельные 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1600"/>
              <a:t>вкусовые 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1600"/>
              <a:t>тактильные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1600"/>
              <a:t>температурные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1600"/>
              <a:t>болевые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1600"/>
              <a:t>проприоцептивные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1600"/>
              <a:t>вестибулярные </a:t>
            </a:r>
          </a:p>
        </p:txBody>
      </p:sp>
      <p:sp>
        <p:nvSpPr>
          <p:cNvPr id="177" name="Google Shape;177;p22"/>
          <p:cNvSpPr/>
          <p:nvPr/>
        </p:nvSpPr>
        <p:spPr>
          <a:xfrm>
            <a:off x="10111200" y="360600"/>
            <a:ext cx="1351200" cy="1351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22"/>
          <p:cNvSpPr/>
          <p:nvPr/>
        </p:nvSpPr>
        <p:spPr>
          <a:xfrm>
            <a:off x="10598625" y="683663"/>
            <a:ext cx="451589" cy="64466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/>
            <a:r>
              <a:rPr b="0" i="0">
                <a:ln>
                  <a:noFill/>
                </a:ln>
                <a:solidFill>
                  <a:schemeClr val="accent3"/>
                </a:solidFill>
                <a:latin typeface="Rozha One"/>
              </a:rPr>
              <a:t>?</a:t>
            </a:r>
          </a:p>
        </p:txBody>
      </p:sp>
      <p:pic>
        <p:nvPicPr>
          <p:cNvPr id="179" name="Изображение 17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611470" y="1941305"/>
            <a:ext cx="3073750" cy="3073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>
            <a:spLocks noGrp="1" noEditPoints="1"/>
          </p:cNvSpPr>
          <p:nvPr>
            <p:ph type="title"/>
          </p:nvPr>
        </p:nvSpPr>
        <p:spPr>
          <a:xfrm>
            <a:off x="1473664" y="1111948"/>
            <a:ext cx="9350755" cy="7635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По расположению рецепторов </a:t>
            </a:r>
            <a:endParaRPr lang="ru-RU" sz="3200"/>
          </a:p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(классификация Ч. Шеррингтона)</a:t>
            </a:r>
            <a:endParaRPr sz="3600"/>
          </a:p>
        </p:txBody>
      </p:sp>
      <p:sp>
        <p:nvSpPr>
          <p:cNvPr id="176" name="Google Shape;176;p22"/>
          <p:cNvSpPr>
            <a:spLocks noGrp="1" noEditPoints="1"/>
          </p:cNvSpPr>
          <p:nvPr>
            <p:ph type="body" idx="1"/>
          </p:nvPr>
        </p:nvSpPr>
        <p:spPr>
          <a:xfrm>
            <a:off x="2572847" y="2523010"/>
            <a:ext cx="4299672" cy="2492045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1800"/>
              <a:t>экстероцептивные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ru-RU" sz="1800"/>
              <a:t>дистантные(зрение, слух)</a:t>
            </a:r>
          </a:p>
          <a:p>
            <a:pPr algn="l" rtl="0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ru-RU" sz="1800"/>
              <a:t>контактные(вкус, осязание)</a:t>
            </a:r>
          </a:p>
          <a:p>
            <a:pPr marL="13335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lang="ru-RU" sz="1800"/>
          </a:p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1800"/>
              <a:t>интероцептивные</a:t>
            </a:r>
          </a:p>
          <a:p>
            <a:pPr marL="13335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lang="ru-RU" sz="1800"/>
          </a:p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1800"/>
              <a:t>проприоцептивные</a:t>
            </a:r>
            <a:endParaRPr lang="ru-RU" sz="1600"/>
          </a:p>
        </p:txBody>
      </p:sp>
      <p:sp>
        <p:nvSpPr>
          <p:cNvPr id="177" name="Google Shape;177;p22"/>
          <p:cNvSpPr/>
          <p:nvPr/>
        </p:nvSpPr>
        <p:spPr>
          <a:xfrm>
            <a:off x="10064894" y="330393"/>
            <a:ext cx="1351200" cy="1351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22"/>
          <p:cNvSpPr/>
          <p:nvPr/>
        </p:nvSpPr>
        <p:spPr>
          <a:xfrm>
            <a:off x="10598625" y="683663"/>
            <a:ext cx="451589" cy="64466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/>
            <a:r>
              <a:rPr b="0" i="0">
                <a:ln>
                  <a:noFill/>
                </a:ln>
                <a:solidFill>
                  <a:schemeClr val="accent3"/>
                </a:solidFill>
                <a:latin typeface="Rozha One"/>
              </a:rPr>
              <a:t>?</a:t>
            </a:r>
          </a:p>
        </p:txBody>
      </p:sp>
      <p:pic>
        <p:nvPicPr>
          <p:cNvPr id="179" name="Изображение 17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927796" y="2195719"/>
            <a:ext cx="2579274" cy="33449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>
            <a:spLocks noGrp="1" noEditPoints="1"/>
          </p:cNvSpPr>
          <p:nvPr>
            <p:ph type="title"/>
          </p:nvPr>
        </p:nvSpPr>
        <p:spPr>
          <a:xfrm>
            <a:off x="1694921" y="1111948"/>
            <a:ext cx="8267361" cy="7635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 По генетическому принципу (классификация Х. Хэда)</a:t>
            </a:r>
            <a:endParaRPr sz="3600"/>
          </a:p>
        </p:txBody>
      </p:sp>
      <p:sp>
        <p:nvSpPr>
          <p:cNvPr id="176" name="Google Shape;176;p22"/>
          <p:cNvSpPr>
            <a:spLocks noGrp="1" noEditPoints="1"/>
          </p:cNvSpPr>
          <p:nvPr>
            <p:ph type="body" idx="1"/>
          </p:nvPr>
        </p:nvSpPr>
        <p:spPr>
          <a:xfrm>
            <a:off x="2572847" y="2523010"/>
            <a:ext cx="4812181" cy="2492045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2800"/>
              <a:t>протопатическая чувствительность</a:t>
            </a:r>
          </a:p>
          <a:p>
            <a:pPr marL="13335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lang="ru-RU" sz="2400"/>
          </a:p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2800"/>
              <a:t>эпикритическая чувствительность</a:t>
            </a:r>
            <a:endParaRPr lang="ru-RU" sz="2400"/>
          </a:p>
        </p:txBody>
      </p:sp>
      <p:sp>
        <p:nvSpPr>
          <p:cNvPr id="177" name="Google Shape;177;p22"/>
          <p:cNvSpPr/>
          <p:nvPr/>
        </p:nvSpPr>
        <p:spPr>
          <a:xfrm>
            <a:off x="10064894" y="330393"/>
            <a:ext cx="1351200" cy="1351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22"/>
          <p:cNvSpPr/>
          <p:nvPr/>
        </p:nvSpPr>
        <p:spPr>
          <a:xfrm>
            <a:off x="10598625" y="683663"/>
            <a:ext cx="451589" cy="64466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/>
            <a:r>
              <a:rPr b="0" i="0">
                <a:ln>
                  <a:noFill/>
                </a:ln>
                <a:solidFill>
                  <a:schemeClr val="accent3"/>
                </a:solidFill>
                <a:latin typeface="Rozha One"/>
              </a:rPr>
              <a:t>?</a:t>
            </a:r>
          </a:p>
        </p:txBody>
      </p:sp>
      <p:pic>
        <p:nvPicPr>
          <p:cNvPr id="179" name="Изображение 17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899984" y="2142482"/>
            <a:ext cx="2393796" cy="33812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>
            <a:spLocks noGrp="1" noEditPoints="1"/>
          </p:cNvSpPr>
          <p:nvPr>
            <p:ph type="title"/>
          </p:nvPr>
        </p:nvSpPr>
        <p:spPr>
          <a:xfrm>
            <a:off x="1694921" y="1111948"/>
            <a:ext cx="8267361" cy="7635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  По участию внешних стимулов</a:t>
            </a:r>
            <a:endParaRPr sz="3600"/>
          </a:p>
        </p:txBody>
      </p:sp>
      <p:sp>
        <p:nvSpPr>
          <p:cNvPr id="176" name="Google Shape;176;p22"/>
          <p:cNvSpPr>
            <a:spLocks noGrp="1" noEditPoints="1"/>
          </p:cNvSpPr>
          <p:nvPr>
            <p:ph type="body" idx="1"/>
          </p:nvPr>
        </p:nvSpPr>
        <p:spPr>
          <a:xfrm>
            <a:off x="2572847" y="2523010"/>
            <a:ext cx="4812181" cy="2492045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2400"/>
              <a:t>дистантные</a:t>
            </a:r>
          </a:p>
          <a:p>
            <a:pPr marL="13335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lang="ru-RU" sz="1800"/>
          </a:p>
          <a:p>
            <a:pPr marL="13335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lang="ru-RU" sz="1800"/>
          </a:p>
          <a:p>
            <a:pPr marL="13335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lang="ru-RU" sz="1800"/>
          </a:p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2400"/>
              <a:t>контактные </a:t>
            </a:r>
          </a:p>
        </p:txBody>
      </p:sp>
      <p:sp>
        <p:nvSpPr>
          <p:cNvPr id="177" name="Google Shape;177;p22"/>
          <p:cNvSpPr/>
          <p:nvPr/>
        </p:nvSpPr>
        <p:spPr>
          <a:xfrm>
            <a:off x="10064894" y="330393"/>
            <a:ext cx="1351200" cy="1351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22"/>
          <p:cNvSpPr/>
          <p:nvPr/>
        </p:nvSpPr>
        <p:spPr>
          <a:xfrm>
            <a:off x="10598625" y="683663"/>
            <a:ext cx="451589" cy="64466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/>
            <a:r>
              <a:rPr b="0" i="0">
                <a:ln>
                  <a:noFill/>
                </a:ln>
                <a:solidFill>
                  <a:schemeClr val="accent3"/>
                </a:solidFill>
                <a:latin typeface="Rozha One"/>
              </a:rPr>
              <a:t>?</a:t>
            </a:r>
          </a:p>
        </p:txBody>
      </p:sp>
      <p:pic>
        <p:nvPicPr>
          <p:cNvPr id="180" name="Изображение 17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56182" y="1875448"/>
            <a:ext cx="2327564" cy="1551710"/>
          </a:xfrm>
          <a:prstGeom prst="rect">
            <a:avLst/>
          </a:prstGeom>
        </p:spPr>
      </p:pic>
      <p:pic>
        <p:nvPicPr>
          <p:cNvPr id="181" name="Изображение 18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0" y="3525982"/>
            <a:ext cx="1586055" cy="15860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>
            <a:spLocks noGrp="1" noEditPoints="1"/>
          </p:cNvSpPr>
          <p:nvPr>
            <p:ph type="title"/>
          </p:nvPr>
        </p:nvSpPr>
        <p:spPr>
          <a:xfrm>
            <a:off x="1694921" y="1111948"/>
            <a:ext cx="8267361" cy="7635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  По уровню осознания</a:t>
            </a:r>
            <a:endParaRPr sz="3600"/>
          </a:p>
        </p:txBody>
      </p:sp>
      <p:sp>
        <p:nvSpPr>
          <p:cNvPr id="176" name="Google Shape;176;p22"/>
          <p:cNvSpPr>
            <a:spLocks noGrp="1" noEditPoints="1"/>
          </p:cNvSpPr>
          <p:nvPr>
            <p:ph type="body" idx="1"/>
          </p:nvPr>
        </p:nvSpPr>
        <p:spPr>
          <a:xfrm>
            <a:off x="2572847" y="2523010"/>
            <a:ext cx="5477200" cy="2492045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/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2400"/>
              <a:t>осознаваемые</a:t>
            </a:r>
          </a:p>
          <a:p>
            <a:pPr marL="13335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lang="ru-RU" sz="2000"/>
          </a:p>
          <a:p>
            <a:pPr marL="13335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lang="ru-RU" sz="1800"/>
          </a:p>
          <a:p>
            <a:pPr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ru-RU" sz="2400"/>
              <a:t>неосознаваемые(субсенсорные) </a:t>
            </a:r>
          </a:p>
        </p:txBody>
      </p:sp>
      <p:sp>
        <p:nvSpPr>
          <p:cNvPr id="177" name="Google Shape;177;p22"/>
          <p:cNvSpPr/>
          <p:nvPr/>
        </p:nvSpPr>
        <p:spPr>
          <a:xfrm>
            <a:off x="10064894" y="330393"/>
            <a:ext cx="1351200" cy="1351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22"/>
          <p:cNvSpPr/>
          <p:nvPr/>
        </p:nvSpPr>
        <p:spPr>
          <a:xfrm>
            <a:off x="10598625" y="683663"/>
            <a:ext cx="451589" cy="64466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/>
            <a:r>
              <a:rPr b="0" i="0">
                <a:ln>
                  <a:noFill/>
                </a:ln>
                <a:solidFill>
                  <a:schemeClr val="accent3"/>
                </a:solidFill>
                <a:latin typeface="Rozha One"/>
              </a:rPr>
              <a:t>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>
            <a:spLocks noGrp="1" noEditPoints="1"/>
          </p:cNvSpPr>
          <p:nvPr>
            <p:ph type="title"/>
          </p:nvPr>
        </p:nvSpPr>
        <p:spPr>
          <a:xfrm>
            <a:off x="2450591" y="1418191"/>
            <a:ext cx="10551900" cy="7635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Нарушения ощущений </a:t>
            </a:r>
          </a:p>
        </p:txBody>
      </p:sp>
      <p:sp>
        <p:nvSpPr>
          <p:cNvPr id="202" name="Google Shape;202;p25"/>
          <p:cNvSpPr>
            <a:spLocks noGrp="1" noEditPoints="1"/>
          </p:cNvSpPr>
          <p:nvPr>
            <p:ph type="body" idx="2"/>
          </p:nvPr>
        </p:nvSpPr>
        <p:spPr>
          <a:xfrm>
            <a:off x="6464149" y="2404146"/>
            <a:ext cx="3651846" cy="2973654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>Качественные расстройства:</a:t>
            </a:r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○ парестезия </a:t>
            </a:r>
            <a:endParaRPr lang="ru-RU"/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○ синестезия </a:t>
            </a:r>
            <a:endParaRPr lang="ru-RU"/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○ сенестопатия </a:t>
            </a:r>
          </a:p>
        </p:txBody>
      </p:sp>
      <p:sp>
        <p:nvSpPr>
          <p:cNvPr id="203" name="Google Shape;203;p25"/>
          <p:cNvSpPr>
            <a:spLocks noGrp="1" noEditPoints="1"/>
          </p:cNvSpPr>
          <p:nvPr>
            <p:ph type="body" idx="1"/>
          </p:nvPr>
        </p:nvSpPr>
        <p:spPr>
          <a:xfrm>
            <a:off x="1240495" y="2334873"/>
            <a:ext cx="3568418" cy="2807400"/>
          </a:xfrm>
          <a:prstGeom prst="rect">
            <a:avLst/>
          </a:prstGeom>
        </p:spPr>
        <p:txBody>
          <a:bodyPr wrap="square" lIns="121900" tIns="121900" rIns="121900" bIns="121900" anchor="t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Количественные расстройства:</a:t>
            </a:r>
            <a:endParaRPr lang="ru-RU" b="1"/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b="1"/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○ </a:t>
            </a:r>
            <a:r>
              <a:rPr b="0" i="0"/>
              <a:t>гиперстезия</a:t>
            </a:r>
            <a:r>
              <a:t> </a:t>
            </a:r>
            <a:endParaRPr lang="ru-RU"/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○ гипестезия </a:t>
            </a:r>
            <a:endParaRPr lang="ru-RU"/>
          </a:p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○ анестезия </a:t>
            </a:r>
          </a:p>
        </p:txBody>
      </p:sp>
      <p:sp>
        <p:nvSpPr>
          <p:cNvPr id="205" name="Google Shape;205;p25"/>
          <p:cNvSpPr/>
          <p:nvPr/>
        </p:nvSpPr>
        <p:spPr>
          <a:xfrm>
            <a:off x="8537770" y="-763500"/>
            <a:ext cx="534831" cy="763500"/>
          </a:xfrm>
          <a:prstGeom prst="rect">
            <a:avLst/>
          </a:prstGeom>
        </p:spPr>
        <p:txBody>
          <a:bodyPr>
            <a:prstTxWarp prst="textPlain">
              <a:avLst>
                <a:gd name="adj" fmla="val 43522"/>
              </a:avLst>
            </a:prstTxWarp>
          </a:bodyPr>
          <a:lstStyle/>
          <a:p>
            <a:pPr algn="ctr"/>
            <a:endParaRPr b="0" i="0">
              <a:ln>
                <a:noFill/>
              </a:ln>
              <a:solidFill>
                <a:schemeClr val="accent3"/>
              </a:solidFill>
              <a:latin typeface="Rozha On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/>
          <p:nvPr/>
        </p:nvSpPr>
        <p:spPr>
          <a:xfrm>
            <a:off x="720350" y="1515600"/>
            <a:ext cx="5788500" cy="3826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p26"/>
          <p:cNvSpPr>
            <a:spLocks noGrp="1" noEditPoints="1"/>
          </p:cNvSpPr>
          <p:nvPr>
            <p:ph type="title"/>
          </p:nvPr>
        </p:nvSpPr>
        <p:spPr>
          <a:xfrm>
            <a:off x="886400" y="1850775"/>
            <a:ext cx="5456400" cy="7992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ru-RU"/>
              <a:t>Заключение</a:t>
            </a:r>
          </a:p>
        </p:txBody>
      </p:sp>
      <p:sp>
        <p:nvSpPr>
          <p:cNvPr id="212" name="Google Shape;212;p26"/>
          <p:cNvSpPr>
            <a:spLocks noGrp="1" noEditPoints="1"/>
          </p:cNvSpPr>
          <p:nvPr>
            <p:ph type="body" idx="4294967295"/>
          </p:nvPr>
        </p:nvSpPr>
        <p:spPr>
          <a:xfrm>
            <a:off x="886400" y="2788886"/>
            <a:ext cx="5456400" cy="2359550"/>
          </a:xfrm>
          <a:prstGeom prst="rect">
            <a:avLst/>
          </a:prstGeom>
          <a:noFill/>
          <a:ln>
            <a:noFill/>
          </a:ln>
        </p:spPr>
        <p:txBody>
          <a:bodyPr wrap="square" lIns="121900" tIns="121900" rIns="121900" bIns="121900" anchor="t">
            <a:noAutofit/>
          </a:bodyPr>
          <a:lstStyle/>
          <a:p>
            <a:pPr mar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>Ощущения — это базовый элемент познания, обеспечивающий связь</a:t>
            </a:r>
          </a:p>
          <a:p>
            <a:pPr mar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>человека с окружающим миром.</a:t>
            </a:r>
            <a:endParaRPr lang="ru-RU"/>
          </a:p>
          <a:p>
            <a:pPr mar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ru-RU"/>
              <a:t>Изучение ощущений продолжает оставаться актуальной областью</a:t>
            </a:r>
          </a:p>
          <a:p>
            <a:pPr mar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ru-RU"/>
              <a:t>исследований, позволяя глубже понять природу человеческого сознания и</a:t>
            </a:r>
          </a:p>
          <a:p>
            <a:pPr mar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ru-RU"/>
              <a:t>разработать методы коррекции сенсорных нарушений.</a:t>
            </a:r>
          </a:p>
        </p:txBody>
      </p:sp>
      <p:pic>
        <p:nvPicPr>
          <p:cNvPr id="213" name="Google Shape;213;p26"/>
          <p:cNvPicPr preferRelativeResize="0"/>
          <p:nvPr/>
        </p:nvPicPr>
        <p:blipFill>
          <a:blip r:embed="rId1">
            <a:alphaModFix amt="52999"/>
          </a:blip>
          <a:srcRect b="5096"/>
          <a:stretch/>
        </p:blipFill>
        <p:spPr>
          <a:xfrm flipH="1">
            <a:off x="6508851" y="-12045"/>
            <a:ext cx="5170499" cy="6870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>
            <a:spLocks noGrp="1" noEditPoints="1"/>
          </p:cNvSpPr>
          <p:nvPr>
            <p:ph type="title"/>
          </p:nvPr>
        </p:nvSpPr>
        <p:spPr>
          <a:xfrm>
            <a:off x="1317317" y="2033936"/>
            <a:ext cx="9315191" cy="19416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600"/>
              <a:t>Спасибо за внимание!</a:t>
            </a:r>
            <a:endParaRPr sz="6600"/>
          </a:p>
        </p:txBody>
      </p:sp>
      <p:sp>
        <p:nvSpPr>
          <p:cNvPr id="219" name="Google Shape;219;p27"/>
          <p:cNvSpPr>
            <a:spLocks noGrp="1" noEditPoints="1"/>
          </p:cNvSpPr>
          <p:nvPr>
            <p:ph type="subTitle" idx="1"/>
          </p:nvPr>
        </p:nvSpPr>
        <p:spPr>
          <a:xfrm>
            <a:off x="-1280086" y="-795963"/>
            <a:ext cx="11787300" cy="381300"/>
          </a:xfrm>
          <a:prstGeom prst="rect">
            <a:avLst/>
          </a:prstGeom>
        </p:spPr>
        <p:txBody>
          <a:bodyPr wrap="square" lIns="121900" tIns="121900" rIns="121900" bIns="121900" anchor="ctr">
            <a:noAutofit/>
          </a:bodyPr>
          <a:lstStyle/>
          <a:p>
            <a:pPr mar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21" name="Google Shape;221;p27"/>
          <p:cNvSpPr/>
          <p:nvPr/>
        </p:nvSpPr>
        <p:spPr>
          <a:xfrm>
            <a:off x="11516731" y="-927098"/>
            <a:ext cx="242156" cy="64356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/>
            <a:r>
              <a:rPr b="0" i="0">
                <a:ln>
                  <a:noFill/>
                </a:ln>
                <a:solidFill>
                  <a:schemeClr val="accent3"/>
                </a:solidFill>
                <a:latin typeface="Rozha One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Mania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B5C4C7"/>
      </a:accent1>
      <a:accent2>
        <a:srgbClr val="E6DCD2"/>
      </a:accent2>
      <a:accent3>
        <a:srgbClr val="FFFFFF"/>
      </a:accent3>
      <a:accent4>
        <a:srgbClr val="434343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Сафина </cp:lastModifiedBy>
  <dcterms:modified xsi:type="dcterms:W3CDTF">2026-04-24T18:57:48Z</dcterms:modified>
</cp:coreProperties>
</file>