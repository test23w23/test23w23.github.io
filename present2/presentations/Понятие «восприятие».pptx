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619" r:id="rId5"/>
    <p:sldId id="618" r:id="rId6"/>
    <p:sldId id="541" r:id="rId7"/>
    <p:sldId id="623" r:id="rId8"/>
    <p:sldId id="2434" r:id="rId9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6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33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242" autoAdjust="0"/>
  </p:normalViewPr>
  <p:slideViewPr>
    <p:cSldViewPr snapToGrid="0" showGuides="1">
      <p:cViewPr varScale="1">
        <p:scale>
          <a:sx n="69" d="100"/>
          <a:sy n="69" d="100"/>
        </p:scale>
        <p:origin x="1234" y="72"/>
      </p:cViewPr>
      <p:guideLst>
        <p:guide orient="horz" pos="2136"/>
        <p:guide pos="386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5" d="100"/>
          <a:sy n="85" d="100"/>
        </p:scale>
        <p:origin x="380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xmlns="" id="{BBB53ED6-A346-41EA-88EE-98A1D5659FE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xmlns="" id="{D291D7B9-1F1D-4F9B-BCD4-0B6893C41A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6E24F13A-D6C9-4B87-8F9B-8CF2A5E25937}" type="datetime1">
              <a:rPr lang="ru-RU" smtClean="0"/>
              <a:t>31.03.2026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xmlns="" id="{BA075128-B596-47B1-BE57-1C5A71A36E8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 4">
            <a:extLst>
              <a:ext uri="{FF2B5EF4-FFF2-40B4-BE49-F238E27FC236}">
                <a16:creationId xmlns:a16="http://schemas.microsoft.com/office/drawing/2014/main" xmlns="" id="{CE17B0F1-FE0D-44CC-BCF0-1CC4C91125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BDEF39B-AF2A-4EFA-AE7E-EC1FF3735F5A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574436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E7DB1C-525F-4CCA-ACFE-F1C4D2B36BF6}" type="datetime1">
              <a:rPr lang="ru-RU" smtClean="0"/>
              <a:pPr/>
              <a:t>31.03.2026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 dirty="0" smtClean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 smtClean="0"/>
              <a:t>Второй уровень</a:t>
            </a:r>
          </a:p>
          <a:p>
            <a:pPr lvl="2" rtl="0"/>
            <a:r>
              <a:rPr lang="ru-RU" noProof="0" dirty="0" smtClean="0"/>
              <a:t>Третий уровень</a:t>
            </a:r>
          </a:p>
          <a:p>
            <a:pPr lvl="3" rtl="0"/>
            <a:r>
              <a:rPr lang="ru-RU" noProof="0" dirty="0" smtClean="0"/>
              <a:t>Четвертый уровень</a:t>
            </a:r>
          </a:p>
          <a:p>
            <a:pPr lvl="4" rtl="0"/>
            <a:r>
              <a:rPr lang="ru-RU" noProof="0" dirty="0" smtClean="0"/>
              <a:t>Пятый уровень</a:t>
            </a:r>
            <a:endParaRPr lang="ru-RU" noProof="0" dirty="0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22109BC-39F4-43B1-850C-D5EB0E6480C8}" type="slidenum">
              <a:rPr lang="ru-RU" noProof="0" smtClean="0"/>
              <a:t>‹#›</a:t>
            </a:fld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8215911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 baseline="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5EFD187-7D74-4BFC-B925-AD91EFADB35C}" type="slidenum">
              <a:rPr lang="ru-RU" smtClean="0"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76457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22109BC-39F4-43B1-850C-D5EB0E6480C8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73987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22109BC-39F4-43B1-850C-D5EB0E6480C8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4200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22109BC-39F4-43B1-850C-D5EB0E6480C8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14242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22109BC-39F4-43B1-850C-D5EB0E6480C8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947183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вал 1"/>
          <p:cNvSpPr/>
          <p:nvPr/>
        </p:nvSpPr>
        <p:spPr>
          <a:xfrm>
            <a:off x="3139127" y="2540523"/>
            <a:ext cx="1998483" cy="1987966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8" name="Овал 7"/>
          <p:cNvSpPr/>
          <p:nvPr/>
        </p:nvSpPr>
        <p:spPr>
          <a:xfrm>
            <a:off x="9339902" y="3267948"/>
            <a:ext cx="535937" cy="533117"/>
          </a:xfrm>
          <a:prstGeom prst="ellipse">
            <a:avLst/>
          </a:prstGeom>
          <a:solidFill>
            <a:schemeClr val="accent1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9" name="Овал 8"/>
          <p:cNvSpPr/>
          <p:nvPr/>
        </p:nvSpPr>
        <p:spPr>
          <a:xfrm>
            <a:off x="1526768" y="3429000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7" name="Заголовок 2"/>
          <p:cNvSpPr>
            <a:spLocks noGrp="1"/>
          </p:cNvSpPr>
          <p:nvPr>
            <p:ph type="title" hasCustomPrompt="1"/>
          </p:nvPr>
        </p:nvSpPr>
        <p:spPr>
          <a:xfrm>
            <a:off x="1104900" y="1979630"/>
            <a:ext cx="10668000" cy="2969443"/>
          </a:xfrm>
          <a:prstGeom prst="rect">
            <a:avLst/>
          </a:prstGeom>
          <a:effectLst/>
        </p:spPr>
        <p:txBody>
          <a:bodyPr tIns="0" bIns="91440" rtlCol="0" anchor="ctr" anchorCtr="0"/>
          <a:lstStyle>
            <a:lvl1pPr algn="ctr">
              <a:lnSpc>
                <a:spcPct val="150000"/>
              </a:lnSpc>
              <a:defRPr sz="11499" kern="3000" spc="2000" baseline="0"/>
            </a:lvl1pPr>
          </a:lstStyle>
          <a:p>
            <a:pPr rtl="0"/>
            <a:r>
              <a:rPr lang="ru-RU" noProof="0" dirty="0" smtClean="0"/>
              <a:t>ЗАГОЛОВОК</a:t>
            </a:r>
            <a:endParaRPr lang="ru-RU" noProof="0" dirty="0"/>
          </a:p>
        </p:txBody>
      </p:sp>
      <p:sp>
        <p:nvSpPr>
          <p:cNvPr id="10" name="Овал 9"/>
          <p:cNvSpPr/>
          <p:nvPr/>
        </p:nvSpPr>
        <p:spPr>
          <a:xfrm>
            <a:off x="3120076" y="1119481"/>
            <a:ext cx="4749538" cy="4724544"/>
          </a:xfrm>
          <a:prstGeom prst="ellipse">
            <a:avLst/>
          </a:prstGeom>
          <a:noFill/>
          <a:ln w="3175">
            <a:solidFill>
              <a:schemeClr val="tx1">
                <a:alpha val="1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12" name="Овал 11"/>
          <p:cNvSpPr/>
          <p:nvPr/>
        </p:nvSpPr>
        <p:spPr>
          <a:xfrm>
            <a:off x="1526769" y="1668430"/>
            <a:ext cx="3610841" cy="3591839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17" name="Овал 16"/>
          <p:cNvSpPr/>
          <p:nvPr userDrawn="1"/>
        </p:nvSpPr>
        <p:spPr>
          <a:xfrm>
            <a:off x="1526768" y="3429000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18" name="Полилиния: Фигура 17">
            <a:extLst>
              <a:ext uri="{FF2B5EF4-FFF2-40B4-BE49-F238E27FC236}">
                <a16:creationId xmlns:a16="http://schemas.microsoft.com/office/drawing/2014/main" xmlns="" id="{4703ED78-9792-4917-9463-BAE14924155A}"/>
              </a:ext>
            </a:extLst>
          </p:cNvPr>
          <p:cNvSpPr/>
          <p:nvPr userDrawn="1"/>
        </p:nvSpPr>
        <p:spPr>
          <a:xfrm rot="10800000">
            <a:off x="8439878" y="5850862"/>
            <a:ext cx="3682959" cy="100713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xmlns="" id="{6CB0B64F-356D-4C37-BDB5-3CB1B066C4C9}"/>
              </a:ext>
            </a:extLst>
          </p:cNvPr>
          <p:cNvSpPr/>
          <p:nvPr userDrawn="1"/>
        </p:nvSpPr>
        <p:spPr>
          <a:xfrm>
            <a:off x="1104900" y="-9056"/>
            <a:ext cx="3682959" cy="100713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xmlns="" id="{742D2790-EA30-4E0B-B8F3-16FBA340C5A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04900" y="4528489"/>
            <a:ext cx="10668000" cy="853179"/>
          </a:xfrm>
        </p:spPr>
        <p:txBody>
          <a:bodyPr vert="horz" lIns="0" tIns="45720" rIns="0" bIns="45720" rtlCol="0">
            <a:noAutofit/>
          </a:bodyPr>
          <a:lstStyle>
            <a:lvl1pPr marL="0" indent="0" algn="ctr">
              <a:buNone/>
              <a:defRPr lang="en-US" sz="3600" spc="600">
                <a:solidFill>
                  <a:srgbClr val="2F3342"/>
                </a:solidFill>
              </a:defRPr>
            </a:lvl1pPr>
          </a:lstStyle>
          <a:p>
            <a:pPr marL="228600" lvl="0" indent="-228600" algn="ctr" rtl="0"/>
            <a:r>
              <a:rPr lang="ru-RU" noProof="0" dirty="0" smtClean="0"/>
              <a:t>СТИЛЬ ОБРАЗЦА ПОДЗАГОЛОВКА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96669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50126770-6622-450D-A1F3-BC241C88D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0" y="1352550"/>
            <a:ext cx="10248899" cy="4824413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8F6A756B-881F-4AD8-88A2-0DEA57AC8086}"/>
              </a:ext>
            </a:extLst>
          </p:cNvPr>
          <p:cNvSpPr/>
          <p:nvPr userDrawn="1"/>
        </p:nvSpPr>
        <p:spPr>
          <a:xfrm>
            <a:off x="9575801" y="1199097"/>
            <a:ext cx="4695527" cy="4670817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52E1879E-468E-4022-BADB-7EA13901AAC4}"/>
              </a:ext>
            </a:extLst>
          </p:cNvPr>
          <p:cNvSpPr/>
          <p:nvPr userDrawn="1"/>
        </p:nvSpPr>
        <p:spPr>
          <a:xfrm>
            <a:off x="1058659" y="759742"/>
            <a:ext cx="5578882" cy="5549523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C926C8E7-AF48-4D69-8A29-78C339929E06}"/>
              </a:ext>
            </a:extLst>
          </p:cNvPr>
          <p:cNvSpPr/>
          <p:nvPr userDrawn="1"/>
        </p:nvSpPr>
        <p:spPr>
          <a:xfrm>
            <a:off x="6309668" y="5745357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xmlns="" id="{12BAE379-8BA3-4C38-80B9-F6ECE8575046}"/>
              </a:ext>
            </a:extLst>
          </p:cNvPr>
          <p:cNvSpPr/>
          <p:nvPr userDrawn="1"/>
        </p:nvSpPr>
        <p:spPr>
          <a:xfrm>
            <a:off x="7062787" y="1199097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xmlns="" id="{BDC42F51-DCAB-4C33-9689-ABC135D1EE8D}"/>
              </a:ext>
            </a:extLst>
          </p:cNvPr>
          <p:cNvSpPr/>
          <p:nvPr userDrawn="1"/>
        </p:nvSpPr>
        <p:spPr>
          <a:xfrm rot="10800000">
            <a:off x="10507442" y="6397343"/>
            <a:ext cx="1684558" cy="46065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xmlns="" id="{A5BC48F8-98EB-4550-8EAC-1248034E9560}"/>
              </a:ext>
            </a:extLst>
          </p:cNvPr>
          <p:cNvSpPr/>
          <p:nvPr userDrawn="1"/>
        </p:nvSpPr>
        <p:spPr>
          <a:xfrm>
            <a:off x="1496753" y="0"/>
            <a:ext cx="2057848" cy="562736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xmlns="" id="{EAF2EDC5-8FCA-8543-8C1F-688DA6DC9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966877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Овал 22"/>
          <p:cNvSpPr/>
          <p:nvPr/>
        </p:nvSpPr>
        <p:spPr>
          <a:xfrm>
            <a:off x="1755742" y="759742"/>
            <a:ext cx="5578882" cy="5549523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66" name="Овал 65"/>
          <p:cNvSpPr/>
          <p:nvPr/>
        </p:nvSpPr>
        <p:spPr>
          <a:xfrm>
            <a:off x="3928418" y="5745357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35" name="Овал 34"/>
          <p:cNvSpPr/>
          <p:nvPr/>
        </p:nvSpPr>
        <p:spPr>
          <a:xfrm>
            <a:off x="1524000" y="1812813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18" name="Полилиния: Фигура 17">
            <a:extLst>
              <a:ext uri="{FF2B5EF4-FFF2-40B4-BE49-F238E27FC236}">
                <a16:creationId xmlns:a16="http://schemas.microsoft.com/office/drawing/2014/main" xmlns="" id="{125D7C1C-9CF4-47B3-9ABC-8F0E2CE6CD31}"/>
              </a:ext>
            </a:extLst>
          </p:cNvPr>
          <p:cNvSpPr/>
          <p:nvPr userDrawn="1"/>
        </p:nvSpPr>
        <p:spPr>
          <a:xfrm rot="10800000">
            <a:off x="3192203" y="6397343"/>
            <a:ext cx="1684558" cy="46065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xmlns="" id="{B0B53361-3F22-4468-B6F8-71E345F70770}"/>
              </a:ext>
            </a:extLst>
          </p:cNvPr>
          <p:cNvSpPr/>
          <p:nvPr userDrawn="1"/>
        </p:nvSpPr>
        <p:spPr>
          <a:xfrm>
            <a:off x="1496753" y="0"/>
            <a:ext cx="2057848" cy="562736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4B38687-48E7-4488-BB10-BDE4F5A73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144" y="1237089"/>
            <a:ext cx="4562856" cy="1563624"/>
          </a:xfrm>
        </p:spPr>
        <p:txBody>
          <a:bodyPr vert="horz" lIns="91440" tIns="0" rIns="91440" bIns="0" rtlCol="0" anchor="b" anchorCtr="0">
            <a:noAutofit/>
          </a:bodyPr>
          <a:lstStyle>
            <a:lvl1pPr>
              <a:defRPr lang="en-US" sz="3600" b="0" baseline="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10" name="Текст 3">
            <a:extLst>
              <a:ext uri="{FF2B5EF4-FFF2-40B4-BE49-F238E27FC236}">
                <a16:creationId xmlns:a16="http://schemas.microsoft.com/office/drawing/2014/main" xmlns="" id="{DBFA191B-5E25-41C1-B950-BB8F10AC1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533144" y="2888790"/>
            <a:ext cx="4562856" cy="2980197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12" name="Рисунок 11">
            <a:extLst>
              <a:ext uri="{FF2B5EF4-FFF2-40B4-BE49-F238E27FC236}">
                <a16:creationId xmlns:a16="http://schemas.microsoft.com/office/drawing/2014/main" xmlns="" id="{43AA0A46-EB51-4095-97DD-ED4081CF5A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40862" y="0"/>
            <a:ext cx="6751137" cy="6857999"/>
          </a:xfrm>
          <a:custGeom>
            <a:avLst/>
            <a:gdLst>
              <a:gd name="connsiteX0" fmla="*/ 0 w 6751137"/>
              <a:gd name="connsiteY0" fmla="*/ 0 h 6857999"/>
              <a:gd name="connsiteX1" fmla="*/ 6751137 w 6751137"/>
              <a:gd name="connsiteY1" fmla="*/ 0 h 6857999"/>
              <a:gd name="connsiteX2" fmla="*/ 6751137 w 6751137"/>
              <a:gd name="connsiteY2" fmla="*/ 6857999 h 6857999"/>
              <a:gd name="connsiteX3" fmla="*/ 0 w 6751137"/>
              <a:gd name="connsiteY3" fmla="*/ 6857999 h 6857999"/>
              <a:gd name="connsiteX4" fmla="*/ 0 w 6751137"/>
              <a:gd name="connsiteY4" fmla="*/ 6844680 h 6857999"/>
              <a:gd name="connsiteX5" fmla="*/ 141429 w 6751137"/>
              <a:gd name="connsiteY5" fmla="*/ 6697120 h 6857999"/>
              <a:gd name="connsiteX6" fmla="*/ 1410790 w 6751137"/>
              <a:gd name="connsiteY6" fmla="*/ 3429000 h 6857999"/>
              <a:gd name="connsiteX7" fmla="*/ 141429 w 6751137"/>
              <a:gd name="connsiteY7" fmla="*/ 160880 h 6857999"/>
              <a:gd name="connsiteX8" fmla="*/ 0 w 6751137"/>
              <a:gd name="connsiteY8" fmla="*/ 1332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51137" h="6857999">
                <a:moveTo>
                  <a:pt x="0" y="0"/>
                </a:moveTo>
                <a:lnTo>
                  <a:pt x="6751137" y="0"/>
                </a:lnTo>
                <a:lnTo>
                  <a:pt x="6751137" y="6857999"/>
                </a:lnTo>
                <a:lnTo>
                  <a:pt x="0" y="6857999"/>
                </a:lnTo>
                <a:lnTo>
                  <a:pt x="0" y="6844680"/>
                </a:lnTo>
                <a:lnTo>
                  <a:pt x="141429" y="6697120"/>
                </a:lnTo>
                <a:cubicBezTo>
                  <a:pt x="930105" y="5833950"/>
                  <a:pt x="1410790" y="4687315"/>
                  <a:pt x="1410790" y="3429000"/>
                </a:cubicBezTo>
                <a:cubicBezTo>
                  <a:pt x="1410790" y="2170685"/>
                  <a:pt x="930105" y="1024050"/>
                  <a:pt x="141429" y="160880"/>
                </a:cubicBezTo>
                <a:lnTo>
                  <a:pt x="0" y="1332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 anchor="ctr">
            <a:noAutofit/>
          </a:bodyPr>
          <a:lstStyle>
            <a:lvl1pPr marL="0" indent="0" algn="ctr">
              <a:buNone/>
              <a:defRPr sz="20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 smtClean="0"/>
              <a:t>Вставка рисунка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26709189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лайд-разделител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Рисунок 15"/>
          <p:cNvSpPr>
            <a:spLocks noGrp="1"/>
          </p:cNvSpPr>
          <p:nvPr>
            <p:ph type="pic" sz="quarter" idx="13" hasCustomPrompt="1"/>
          </p:nvPr>
        </p:nvSpPr>
        <p:spPr>
          <a:xfrm>
            <a:off x="1104900" y="1"/>
            <a:ext cx="7583700" cy="6858001"/>
          </a:xfrm>
          <a:custGeom>
            <a:avLst/>
            <a:gdLst>
              <a:gd name="connsiteX0" fmla="*/ 0 w 7583700"/>
              <a:gd name="connsiteY0" fmla="*/ 0 h 6858001"/>
              <a:gd name="connsiteX1" fmla="*/ 2537926 w 7583700"/>
              <a:gd name="connsiteY1" fmla="*/ 0 h 6858001"/>
              <a:gd name="connsiteX2" fmla="*/ 2847001 w 7583700"/>
              <a:gd name="connsiteY2" fmla="*/ 138995 h 6858001"/>
              <a:gd name="connsiteX3" fmla="*/ 7582790 w 7583700"/>
              <a:gd name="connsiteY3" fmla="*/ 6846094 h 6858001"/>
              <a:gd name="connsiteX4" fmla="*/ 7583700 w 7583700"/>
              <a:gd name="connsiteY4" fmla="*/ 6858001 h 6858001"/>
              <a:gd name="connsiteX5" fmla="*/ 0 w 7583700"/>
              <a:gd name="connsiteY5" fmla="*/ 685800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583700" h="6858001">
                <a:moveTo>
                  <a:pt x="0" y="0"/>
                </a:moveTo>
                <a:lnTo>
                  <a:pt x="2537926" y="0"/>
                </a:lnTo>
                <a:lnTo>
                  <a:pt x="2847001" y="138995"/>
                </a:lnTo>
                <a:cubicBezTo>
                  <a:pt x="5428994" y="1376579"/>
                  <a:pt x="7280340" y="3883594"/>
                  <a:pt x="7582790" y="6846094"/>
                </a:cubicBezTo>
                <a:lnTo>
                  <a:pt x="7583700" y="6858001"/>
                </a:lnTo>
                <a:lnTo>
                  <a:pt x="0" y="6858001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rtlCol="0" anchor="ctr">
            <a:noAutofit/>
          </a:bodyPr>
          <a:lstStyle>
            <a:lvl1pPr algn="ctr">
              <a:lnSpc>
                <a:spcPct val="100000"/>
              </a:lnSpc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r>
              <a:rPr lang="ru-RU" noProof="0" dirty="0" smtClean="0"/>
              <a:t>Перетащите </a:t>
            </a:r>
          </a:p>
          <a:p>
            <a:pPr rtl="0"/>
            <a:r>
              <a:rPr lang="ru-RU" noProof="0" dirty="0" smtClean="0"/>
              <a:t>сюда изображение</a:t>
            </a:r>
            <a:endParaRPr lang="ru-RU" noProof="0" dirty="0"/>
          </a:p>
        </p:txBody>
      </p:sp>
      <p:sp>
        <p:nvSpPr>
          <p:cNvPr id="7" name="Полилиния 27">
            <a:extLst>
              <a:ext uri="{FF2B5EF4-FFF2-40B4-BE49-F238E27FC236}">
                <a16:creationId xmlns:a16="http://schemas.microsoft.com/office/drawing/2014/main" xmlns="" id="{1F9BD45B-C63D-416A-B4BE-874469C7A33E}"/>
              </a:ext>
            </a:extLst>
          </p:cNvPr>
          <p:cNvSpPr/>
          <p:nvPr userDrawn="1"/>
        </p:nvSpPr>
        <p:spPr>
          <a:xfrm rot="10800000" flipH="1">
            <a:off x="1104900" y="529"/>
            <a:ext cx="4686301" cy="3733270"/>
          </a:xfrm>
          <a:custGeom>
            <a:avLst/>
            <a:gdLst>
              <a:gd name="connsiteX0" fmla="*/ 683 w 2374769"/>
              <a:gd name="connsiteY0" fmla="*/ 0 h 2362237"/>
              <a:gd name="connsiteX1" fmla="*/ 242807 w 2374769"/>
              <a:gd name="connsiteY1" fmla="*/ 12161 h 2362237"/>
              <a:gd name="connsiteX2" fmla="*/ 2374769 w 2374769"/>
              <a:gd name="connsiteY2" fmla="*/ 2362237 h 2362237"/>
              <a:gd name="connsiteX3" fmla="*/ 1543208 w 2374769"/>
              <a:gd name="connsiteY3" fmla="*/ 2362237 h 2362237"/>
              <a:gd name="connsiteX4" fmla="*/ 0 w 2374769"/>
              <a:gd name="connsiteY4" fmla="*/ 827150 h 2362237"/>
              <a:gd name="connsiteX5" fmla="*/ 0 w 2374769"/>
              <a:gd name="connsiteY5" fmla="*/ 34 h 2362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74769" h="2362237">
                <a:moveTo>
                  <a:pt x="683" y="0"/>
                </a:moveTo>
                <a:lnTo>
                  <a:pt x="242807" y="12161"/>
                </a:lnTo>
                <a:cubicBezTo>
                  <a:pt x="1440298" y="133133"/>
                  <a:pt x="2374769" y="1139131"/>
                  <a:pt x="2374769" y="2362237"/>
                </a:cubicBezTo>
                <a:lnTo>
                  <a:pt x="1543208" y="2362237"/>
                </a:lnTo>
                <a:cubicBezTo>
                  <a:pt x="1543208" y="1514432"/>
                  <a:pt x="852291" y="827150"/>
                  <a:pt x="0" y="827150"/>
                </a:cubicBezTo>
                <a:lnTo>
                  <a:pt x="0" y="34"/>
                </a:lnTo>
                <a:close/>
              </a:path>
            </a:pathLst>
          </a:cu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xmlns="" id="{94EBA745-0612-4E63-904D-28C1814173B3}"/>
              </a:ext>
            </a:extLst>
          </p:cNvPr>
          <p:cNvSpPr/>
          <p:nvPr userDrawn="1"/>
        </p:nvSpPr>
        <p:spPr>
          <a:xfrm rot="10800000">
            <a:off x="9680853" y="6171304"/>
            <a:ext cx="2511147" cy="686695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D4A07D89-63CD-43EE-B1E4-7D0647743842}"/>
              </a:ext>
            </a:extLst>
          </p:cNvPr>
          <p:cNvSpPr/>
          <p:nvPr userDrawn="1"/>
        </p:nvSpPr>
        <p:spPr>
          <a:xfrm>
            <a:off x="10957868" y="4697607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xmlns="" id="{3341AF09-FA4B-42FD-B2E1-9CE324444D10}"/>
              </a:ext>
            </a:extLst>
          </p:cNvPr>
          <p:cNvSpPr/>
          <p:nvPr userDrawn="1"/>
        </p:nvSpPr>
        <p:spPr>
          <a:xfrm>
            <a:off x="8834437" y="1199097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12" name="Текст 2">
            <a:extLst>
              <a:ext uri="{FF2B5EF4-FFF2-40B4-BE49-F238E27FC236}">
                <a16:creationId xmlns:a16="http://schemas.microsoft.com/office/drawing/2014/main" xmlns="" id="{EDF14A51-F696-4A12-9467-1EE825414B5E}"/>
              </a:ext>
            </a:extLst>
          </p:cNvPr>
          <p:cNvSpPr>
            <a:spLocks noGrp="1"/>
          </p:cNvSpPr>
          <p:nvPr>
            <p:ph type="body" idx="71" hasCustomPrompt="1"/>
          </p:nvPr>
        </p:nvSpPr>
        <p:spPr>
          <a:xfrm>
            <a:off x="7239001" y="2280573"/>
            <a:ext cx="4393295" cy="465997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 dirty="0" smtClean="0"/>
              <a:t>СТИЛИ ОБРАЗЦА ТЕКСТА</a:t>
            </a:r>
            <a:endParaRPr lang="ru-RU" noProof="0" dirty="0"/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xmlns="" id="{6A57A924-A6D5-4ACD-B1F0-01BED4BF9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0" y="931169"/>
            <a:ext cx="4393296" cy="1338061"/>
          </a:xfrm>
        </p:spPr>
        <p:txBody>
          <a:bodyPr vert="horz" lIns="91440" tIns="0" rIns="91440" bIns="0" rtlCol="0" anchor="b" anchorCtr="0">
            <a:noAutofit/>
          </a:bodyPr>
          <a:lstStyle>
            <a:lvl1pPr algn="ctr">
              <a:defRPr lang="en-US" sz="3600" b="0" baseline="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 algn="ctr" rtl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ru-RU" noProof="0" smtClean="0"/>
              <a:t>Образец 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00070072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Изображение и содержимо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вал 9"/>
          <p:cNvSpPr/>
          <p:nvPr/>
        </p:nvSpPr>
        <p:spPr>
          <a:xfrm>
            <a:off x="9575801" y="1199097"/>
            <a:ext cx="4695527" cy="4670817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12" name="Овал 11"/>
          <p:cNvSpPr/>
          <p:nvPr/>
        </p:nvSpPr>
        <p:spPr>
          <a:xfrm>
            <a:off x="1486227" y="5671415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13" name="Овал 12"/>
          <p:cNvSpPr/>
          <p:nvPr/>
        </p:nvSpPr>
        <p:spPr>
          <a:xfrm>
            <a:off x="1890628" y="1947676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14" name="Овал 13"/>
          <p:cNvSpPr/>
          <p:nvPr/>
        </p:nvSpPr>
        <p:spPr>
          <a:xfrm>
            <a:off x="2765121" y="685800"/>
            <a:ext cx="5578882" cy="5549523"/>
          </a:xfrm>
          <a:prstGeom prst="ellipse">
            <a:avLst/>
          </a:prstGeom>
          <a:noFill/>
          <a:ln w="3175">
            <a:solidFill>
              <a:schemeClr val="tx1">
                <a:alpha val="10000"/>
              </a:schemeClr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49" name="Овал 48"/>
          <p:cNvSpPr/>
          <p:nvPr userDrawn="1"/>
        </p:nvSpPr>
        <p:spPr>
          <a:xfrm>
            <a:off x="11574658" y="6192906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50" name="Овал 49"/>
          <p:cNvSpPr/>
          <p:nvPr/>
        </p:nvSpPr>
        <p:spPr>
          <a:xfrm>
            <a:off x="5310052" y="667885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20" name="Рисунок 19"/>
          <p:cNvSpPr>
            <a:spLocks noGrp="1"/>
          </p:cNvSpPr>
          <p:nvPr>
            <p:ph type="pic" sz="quarter" idx="56" hasCustomPrompt="1"/>
          </p:nvPr>
        </p:nvSpPr>
        <p:spPr>
          <a:xfrm>
            <a:off x="1104765" y="-1579"/>
            <a:ext cx="3816695" cy="6858000"/>
          </a:xfrm>
          <a:custGeom>
            <a:avLst/>
            <a:gdLst>
              <a:gd name="connsiteX0" fmla="*/ 0 w 3816695"/>
              <a:gd name="connsiteY0" fmla="*/ 0 h 6858000"/>
              <a:gd name="connsiteX1" fmla="*/ 1779016 w 3816695"/>
              <a:gd name="connsiteY1" fmla="*/ 0 h 6858000"/>
              <a:gd name="connsiteX2" fmla="*/ 2081372 w 3816695"/>
              <a:gd name="connsiteY2" fmla="*/ 182719 h 6858000"/>
              <a:gd name="connsiteX3" fmla="*/ 3816695 w 3816695"/>
              <a:gd name="connsiteY3" fmla="*/ 3429297 h 6858000"/>
              <a:gd name="connsiteX4" fmla="*/ 2081372 w 3816695"/>
              <a:gd name="connsiteY4" fmla="*/ 6675876 h 6858000"/>
              <a:gd name="connsiteX5" fmla="*/ 1779999 w 3816695"/>
              <a:gd name="connsiteY5" fmla="*/ 6858000 h 6858000"/>
              <a:gd name="connsiteX6" fmla="*/ 0 w 381669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16695" h="6858000">
                <a:moveTo>
                  <a:pt x="0" y="0"/>
                </a:moveTo>
                <a:lnTo>
                  <a:pt x="1779016" y="0"/>
                </a:lnTo>
                <a:lnTo>
                  <a:pt x="2081372" y="182719"/>
                </a:lnTo>
                <a:cubicBezTo>
                  <a:pt x="3128342" y="886316"/>
                  <a:pt x="3816695" y="2077842"/>
                  <a:pt x="3816695" y="3429297"/>
                </a:cubicBezTo>
                <a:cubicBezTo>
                  <a:pt x="3816695" y="4780752"/>
                  <a:pt x="3128342" y="5972279"/>
                  <a:pt x="2081372" y="6675876"/>
                </a:cubicBezTo>
                <a:lnTo>
                  <a:pt x="17799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rtlCol="0" anchor="ctr">
            <a:noAutofit/>
          </a:bodyPr>
          <a:lstStyle>
            <a:lvl1pPr algn="ctr">
              <a:lnSpc>
                <a:spcPct val="100000"/>
              </a:lnSpc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r>
              <a:rPr lang="ru-RU" noProof="0" dirty="0" smtClean="0"/>
              <a:t>Перетащите </a:t>
            </a:r>
          </a:p>
          <a:p>
            <a:pPr rtl="0"/>
            <a:r>
              <a:rPr lang="ru-RU" noProof="0" dirty="0" smtClean="0"/>
              <a:t>сюда изображение</a:t>
            </a:r>
            <a:endParaRPr lang="ru-RU" noProof="0" dirty="0"/>
          </a:p>
        </p:txBody>
      </p:sp>
      <p:sp>
        <p:nvSpPr>
          <p:cNvPr id="19" name="Рисунок 18"/>
          <p:cNvSpPr>
            <a:spLocks noGrp="1"/>
          </p:cNvSpPr>
          <p:nvPr>
            <p:ph type="pic" sz="quarter" idx="87" hasCustomPrompt="1"/>
          </p:nvPr>
        </p:nvSpPr>
        <p:spPr>
          <a:xfrm>
            <a:off x="11003946" y="2043400"/>
            <a:ext cx="1188054" cy="2768041"/>
          </a:xfrm>
          <a:custGeom>
            <a:avLst/>
            <a:gdLst>
              <a:gd name="connsiteX0" fmla="*/ 1549799 w 1549799"/>
              <a:gd name="connsiteY0" fmla="*/ 0 h 3610868"/>
              <a:gd name="connsiteX1" fmla="*/ 1549799 w 1549799"/>
              <a:gd name="connsiteY1" fmla="*/ 3610868 h 3610868"/>
              <a:gd name="connsiteX2" fmla="*/ 1469233 w 1549799"/>
              <a:gd name="connsiteY2" fmla="*/ 3598637 h 3610868"/>
              <a:gd name="connsiteX3" fmla="*/ 0 w 1549799"/>
              <a:gd name="connsiteY3" fmla="*/ 1805434 h 3610868"/>
              <a:gd name="connsiteX4" fmla="*/ 1469233 w 1549799"/>
              <a:gd name="connsiteY4" fmla="*/ 12231 h 3610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9799" h="3610868">
                <a:moveTo>
                  <a:pt x="1549799" y="0"/>
                </a:moveTo>
                <a:lnTo>
                  <a:pt x="1549799" y="3610868"/>
                </a:lnTo>
                <a:lnTo>
                  <a:pt x="1469233" y="3598637"/>
                </a:lnTo>
                <a:cubicBezTo>
                  <a:pt x="630743" y="3427960"/>
                  <a:pt x="0" y="2689969"/>
                  <a:pt x="0" y="1805434"/>
                </a:cubicBezTo>
                <a:cubicBezTo>
                  <a:pt x="0" y="920900"/>
                  <a:pt x="630743" y="182908"/>
                  <a:pt x="1469233" y="12231"/>
                </a:cubicBezTo>
                <a:close/>
              </a:path>
            </a:pathLst>
          </a:custGeom>
          <a:solidFill>
            <a:schemeClr val="tx1">
              <a:alpha val="10000"/>
            </a:schemeClr>
          </a:solidFill>
        </p:spPr>
        <p:txBody>
          <a:bodyPr wrap="square" rtlCol="0" anchor="ctr">
            <a:noAutofit/>
          </a:bodyPr>
          <a:lstStyle>
            <a:lvl1pPr algn="ctr">
              <a:lnSpc>
                <a:spcPct val="100000"/>
              </a:lnSpc>
              <a:defRPr sz="1100" b="0" baseline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rtl="0"/>
            <a:r>
              <a:rPr lang="ru-RU" noProof="0" dirty="0" smtClean="0"/>
              <a:t>Перетащите </a:t>
            </a:r>
          </a:p>
          <a:p>
            <a:pPr rtl="0"/>
            <a:r>
              <a:rPr lang="ru-RU" noProof="0" dirty="0" smtClean="0"/>
              <a:t>сюда изображение</a:t>
            </a:r>
            <a:endParaRPr lang="ru-RU" noProof="0" dirty="0"/>
          </a:p>
        </p:txBody>
      </p:sp>
      <p:sp>
        <p:nvSpPr>
          <p:cNvPr id="16" name="Заголовок 7">
            <a:extLst>
              <a:ext uri="{FF2B5EF4-FFF2-40B4-BE49-F238E27FC236}">
                <a16:creationId xmlns:a16="http://schemas.microsoft.com/office/drawing/2014/main" xmlns="" id="{0E95E1C1-C3CC-4989-9ABC-178293BB83E0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224938" y="2622012"/>
            <a:ext cx="5578882" cy="3550187"/>
          </a:xfrm>
        </p:spPr>
        <p:txBody>
          <a:bodyPr tIns="73152" rtlCol="0">
            <a:noAutofit/>
          </a:bodyPr>
          <a:lstStyle>
            <a:lvl1pPr algn="l">
              <a:lnSpc>
                <a:spcPct val="145000"/>
              </a:lnSpc>
              <a:spcBef>
                <a:spcPts val="0"/>
              </a:spcBef>
              <a:defRPr lang="en-US" sz="1400" b="0" i="0" baseline="0" smtClean="0">
                <a:effectLst/>
              </a:defRPr>
            </a:lvl1pPr>
            <a:lvl2pPr algn="ctr">
              <a:defRPr/>
            </a:lvl2pPr>
            <a:lvl3pPr algn="ctr">
              <a:defRPr/>
            </a:lvl3pPr>
            <a:lvl4pPr algn="ctr">
              <a:lnSpc>
                <a:spcPct val="150000"/>
              </a:lnSpc>
              <a:defRPr/>
            </a:lvl4pPr>
            <a:lvl5pPr algn="ctr">
              <a:defRPr/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23" name="Полилиния: Фигура 22">
            <a:extLst>
              <a:ext uri="{FF2B5EF4-FFF2-40B4-BE49-F238E27FC236}">
                <a16:creationId xmlns:a16="http://schemas.microsoft.com/office/drawing/2014/main" xmlns="" id="{B6064CAB-1057-41AD-A199-A6E8A7026465}"/>
              </a:ext>
            </a:extLst>
          </p:cNvPr>
          <p:cNvSpPr/>
          <p:nvPr userDrawn="1"/>
        </p:nvSpPr>
        <p:spPr>
          <a:xfrm>
            <a:off x="8524888" y="-1578"/>
            <a:ext cx="1684558" cy="46065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61F670D-DDAE-4842-9FA1-6B3293DA6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0597" y="1254264"/>
            <a:ext cx="5568696" cy="1335024"/>
          </a:xfrm>
        </p:spPr>
        <p:txBody>
          <a:bodyPr vert="horz" lIns="91440" tIns="0" rIns="91440" bIns="0" rtlCol="0" anchor="b" anchorCtr="0">
            <a:noAutofit/>
          </a:bodyPr>
          <a:lstStyle>
            <a:lvl1pPr>
              <a:defRPr lang="en-US" sz="3600" b="0" baseline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ru-RU" noProof="0" smtClean="0"/>
              <a:t>Образец 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540782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лайд-разделитель 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Рисунок 24">
            <a:extLst>
              <a:ext uri="{FF2B5EF4-FFF2-40B4-BE49-F238E27FC236}">
                <a16:creationId xmlns:a16="http://schemas.microsoft.com/office/drawing/2014/main" xmlns="" id="{F234FF3D-DFA8-484F-A7A7-95C7BF99FEF3}"/>
              </a:ext>
            </a:extLst>
          </p:cNvPr>
          <p:cNvSpPr>
            <a:spLocks noGrp="1"/>
          </p:cNvSpPr>
          <p:nvPr>
            <p:ph type="pic" sz="quarter" idx="71"/>
          </p:nvPr>
        </p:nvSpPr>
        <p:spPr>
          <a:xfrm>
            <a:off x="1104901" y="0"/>
            <a:ext cx="5402083" cy="6858000"/>
          </a:xfrm>
          <a:custGeom>
            <a:avLst/>
            <a:gdLst>
              <a:gd name="connsiteX0" fmla="*/ 0 w 5402083"/>
              <a:gd name="connsiteY0" fmla="*/ 0 h 6858000"/>
              <a:gd name="connsiteX1" fmla="*/ 5401085 w 5402083"/>
              <a:gd name="connsiteY1" fmla="*/ 0 h 6858000"/>
              <a:gd name="connsiteX2" fmla="*/ 5355776 w 5402083"/>
              <a:gd name="connsiteY2" fmla="*/ 42971 h 6858000"/>
              <a:gd name="connsiteX3" fmla="*/ 3946012 w 5402083"/>
              <a:gd name="connsiteY3" fmla="*/ 3428527 h 6858000"/>
              <a:gd name="connsiteX4" fmla="*/ 5355776 w 5402083"/>
              <a:gd name="connsiteY4" fmla="*/ 6814084 h 6858000"/>
              <a:gd name="connsiteX5" fmla="*/ 5402083 w 5402083"/>
              <a:gd name="connsiteY5" fmla="*/ 6858000 h 6858000"/>
              <a:gd name="connsiteX6" fmla="*/ 0 w 540208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02083" h="6858000">
                <a:moveTo>
                  <a:pt x="0" y="0"/>
                </a:moveTo>
                <a:lnTo>
                  <a:pt x="5401085" y="0"/>
                </a:lnTo>
                <a:lnTo>
                  <a:pt x="5355776" y="42971"/>
                </a:lnTo>
                <a:cubicBezTo>
                  <a:pt x="4484752" y="909410"/>
                  <a:pt x="3946012" y="2106385"/>
                  <a:pt x="3946012" y="3428527"/>
                </a:cubicBezTo>
                <a:cubicBezTo>
                  <a:pt x="3946012" y="4750669"/>
                  <a:pt x="4484752" y="5947644"/>
                  <a:pt x="5355776" y="6814084"/>
                </a:cubicBezTo>
                <a:lnTo>
                  <a:pt x="540208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rtlCol="0">
            <a:noAutofit/>
          </a:bodyPr>
          <a:lstStyle/>
          <a:p>
            <a:pPr rtl="0"/>
            <a:r>
              <a:rPr lang="ru-RU" noProof="0" smtClean="0"/>
              <a:t>Вставка рисунка</a:t>
            </a:r>
            <a:endParaRPr lang="ru-RU" noProof="0" dirty="0"/>
          </a:p>
        </p:txBody>
      </p:sp>
      <p:sp>
        <p:nvSpPr>
          <p:cNvPr id="66" name="Овал 65"/>
          <p:cNvSpPr/>
          <p:nvPr/>
        </p:nvSpPr>
        <p:spPr>
          <a:xfrm>
            <a:off x="6976418" y="5745357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35" name="Овал 34"/>
          <p:cNvSpPr/>
          <p:nvPr/>
        </p:nvSpPr>
        <p:spPr>
          <a:xfrm>
            <a:off x="1524000" y="1812813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22" name="Овал 21"/>
          <p:cNvSpPr/>
          <p:nvPr userDrawn="1"/>
        </p:nvSpPr>
        <p:spPr>
          <a:xfrm>
            <a:off x="1104900" y="759742"/>
            <a:ext cx="5578882" cy="5549523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ru-RU" sz="2700" noProof="0" dirty="0"/>
          </a:p>
        </p:txBody>
      </p:sp>
      <p:sp>
        <p:nvSpPr>
          <p:cNvPr id="23" name="Текст 2">
            <a:extLst>
              <a:ext uri="{FF2B5EF4-FFF2-40B4-BE49-F238E27FC236}">
                <a16:creationId xmlns:a16="http://schemas.microsoft.com/office/drawing/2014/main" xmlns="" id="{5A9A0366-A1B7-4E16-B13E-603846466E26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68726" y="3534503"/>
            <a:ext cx="4560094" cy="465997"/>
          </a:xfrm>
        </p:spPr>
        <p:txBody>
          <a:bodyPr rtlCol="0">
            <a:noAutofit/>
          </a:bodyPr>
          <a:lstStyle>
            <a:lvl1pPr marL="0" indent="0">
              <a:buNone/>
              <a:defRPr sz="18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 noProof="0" dirty="0" smtClean="0"/>
              <a:t>СТИЛИ ОБРАЗЦА ТЕКСТА</a:t>
            </a:r>
            <a:endParaRPr lang="ru-RU" noProof="0" dirty="0"/>
          </a:p>
        </p:txBody>
      </p:sp>
      <p:sp>
        <p:nvSpPr>
          <p:cNvPr id="24" name="Полилиния: Фигура 23">
            <a:extLst>
              <a:ext uri="{FF2B5EF4-FFF2-40B4-BE49-F238E27FC236}">
                <a16:creationId xmlns:a16="http://schemas.microsoft.com/office/drawing/2014/main" xmlns="" id="{0374FC2C-96CE-4523-B50F-ADC18C0A998B}"/>
              </a:ext>
            </a:extLst>
          </p:cNvPr>
          <p:cNvSpPr/>
          <p:nvPr userDrawn="1"/>
        </p:nvSpPr>
        <p:spPr>
          <a:xfrm rot="10800000">
            <a:off x="8439878" y="5850862"/>
            <a:ext cx="3682959" cy="100713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C9E8541-FA8A-4117-90A5-95E6E9B80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5964" y="1864903"/>
            <a:ext cx="4562856" cy="1563624"/>
          </a:xfrm>
        </p:spPr>
        <p:txBody>
          <a:bodyPr vert="horz" lIns="91440" tIns="0" rIns="91440" bIns="0" rtlCol="0" anchor="b" anchorCtr="0">
            <a:noAutofit/>
          </a:bodyPr>
          <a:lstStyle>
            <a:lvl1pPr>
              <a:defRPr lang="en-US" sz="3600" b="0" baseline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ru-RU" noProof="0" smtClean="0"/>
              <a:t>Образец заголовка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298736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xmlns="" id="{EA32EE4F-6B2E-4FCC-BC34-5BF831F902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5425439" y="0"/>
            <a:ext cx="6766561" cy="6858000"/>
          </a:xfrm>
          <a:custGeom>
            <a:avLst/>
            <a:gdLst>
              <a:gd name="connsiteX0" fmla="*/ 0 w 6766561"/>
              <a:gd name="connsiteY0" fmla="*/ 0 h 6858000"/>
              <a:gd name="connsiteX1" fmla="*/ 6766561 w 6766561"/>
              <a:gd name="connsiteY1" fmla="*/ 0 h 6858000"/>
              <a:gd name="connsiteX2" fmla="*/ 6766561 w 6766561"/>
              <a:gd name="connsiteY2" fmla="*/ 6858000 h 6858000"/>
              <a:gd name="connsiteX3" fmla="*/ 0 w 676656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6561" h="6858000">
                <a:moveTo>
                  <a:pt x="0" y="0"/>
                </a:moveTo>
                <a:lnTo>
                  <a:pt x="6766561" y="0"/>
                </a:lnTo>
                <a:lnTo>
                  <a:pt x="676656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3" name="Овал 22"/>
          <p:cNvSpPr/>
          <p:nvPr/>
        </p:nvSpPr>
        <p:spPr>
          <a:xfrm>
            <a:off x="1755742" y="759742"/>
            <a:ext cx="5578882" cy="5549523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66" name="Овал 65"/>
          <p:cNvSpPr/>
          <p:nvPr/>
        </p:nvSpPr>
        <p:spPr>
          <a:xfrm>
            <a:off x="3928418" y="5745357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35" name="Овал 34"/>
          <p:cNvSpPr/>
          <p:nvPr/>
        </p:nvSpPr>
        <p:spPr>
          <a:xfrm>
            <a:off x="1524000" y="1812813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18" name="Полилиния: Фигура 17">
            <a:extLst>
              <a:ext uri="{FF2B5EF4-FFF2-40B4-BE49-F238E27FC236}">
                <a16:creationId xmlns:a16="http://schemas.microsoft.com/office/drawing/2014/main" xmlns="" id="{125D7C1C-9CF4-47B3-9ABC-8F0E2CE6CD31}"/>
              </a:ext>
            </a:extLst>
          </p:cNvPr>
          <p:cNvSpPr/>
          <p:nvPr userDrawn="1"/>
        </p:nvSpPr>
        <p:spPr>
          <a:xfrm rot="10800000">
            <a:off x="3192203" y="6397343"/>
            <a:ext cx="1684558" cy="46065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xmlns="" id="{B0B53361-3F22-4468-B6F8-71E345F70770}"/>
              </a:ext>
            </a:extLst>
          </p:cNvPr>
          <p:cNvSpPr/>
          <p:nvPr userDrawn="1"/>
        </p:nvSpPr>
        <p:spPr>
          <a:xfrm>
            <a:off x="1496753" y="0"/>
            <a:ext cx="2057848" cy="562736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4B38687-48E7-4488-BB10-BDE4F5A73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3144" y="1237089"/>
            <a:ext cx="4562856" cy="1563624"/>
          </a:xfrm>
        </p:spPr>
        <p:txBody>
          <a:bodyPr vert="horz" lIns="91440" tIns="0" rIns="91440" bIns="0" rtlCol="0" anchor="b" anchorCtr="0">
            <a:noAutofit/>
          </a:bodyPr>
          <a:lstStyle>
            <a:lvl1pPr>
              <a:defRPr lang="en-US" sz="3600" b="0" baseline="0" dirty="0">
                <a:solidFill>
                  <a:schemeClr val="tx1">
                    <a:lumMod val="85000"/>
                    <a:lumOff val="15000"/>
                  </a:schemeClr>
                </a:solidFill>
                <a:ea typeface="+mn-ea"/>
                <a:cs typeface="+mn-cs"/>
              </a:defRPr>
            </a:lvl1pPr>
          </a:lstStyle>
          <a:p>
            <a:pPr marL="0" lvl="0" indent="0" rtl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</a:pPr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9F3A5C24-92D8-4CC1-AF50-F29B9C30BDBB}"/>
              </a:ext>
            </a:extLst>
          </p:cNvPr>
          <p:cNvSpPr/>
          <p:nvPr userDrawn="1"/>
        </p:nvSpPr>
        <p:spPr>
          <a:xfrm>
            <a:off x="5425439" y="0"/>
            <a:ext cx="6766561" cy="6858000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1" name="Текст 2">
            <a:extLst>
              <a:ext uri="{FF2B5EF4-FFF2-40B4-BE49-F238E27FC236}">
                <a16:creationId xmlns:a16="http://schemas.microsoft.com/office/drawing/2014/main" xmlns="" id="{89F459E6-70DE-4FF8-AD0C-1B49B34CF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33143" y="2888791"/>
            <a:ext cx="4562856" cy="2410459"/>
          </a:xfrm>
        </p:spPr>
        <p:txBody>
          <a:bodyPr vert="horz" lIns="91440" tIns="73152" rIns="91440" bIns="45720" rtlCol="0">
            <a:noAutofit/>
          </a:bodyPr>
          <a:lstStyle>
            <a:lvl1pPr marL="0" indent="0" algn="l">
              <a:buNone/>
              <a:defRPr lang="en-US" sz="1400" b="0" i="0" baseline="0">
                <a:effectLst/>
              </a:defRPr>
            </a:lvl1pPr>
          </a:lstStyle>
          <a:p>
            <a:pPr marL="228600" lvl="0" indent="-228600" rtl="0">
              <a:lnSpc>
                <a:spcPct val="145000"/>
              </a:lnSpc>
              <a:spcBef>
                <a:spcPts val="0"/>
              </a:spcBef>
            </a:pPr>
            <a:r>
              <a:rPr lang="ru-RU" noProof="0" smtClean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36975078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8F6A756B-881F-4AD8-88A2-0DEA57AC8086}"/>
              </a:ext>
            </a:extLst>
          </p:cNvPr>
          <p:cNvSpPr/>
          <p:nvPr userDrawn="1"/>
        </p:nvSpPr>
        <p:spPr>
          <a:xfrm>
            <a:off x="9575801" y="1199097"/>
            <a:ext cx="4695527" cy="4670817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52E1879E-468E-4022-BADB-7EA13901AAC4}"/>
              </a:ext>
            </a:extLst>
          </p:cNvPr>
          <p:cNvSpPr/>
          <p:nvPr userDrawn="1"/>
        </p:nvSpPr>
        <p:spPr>
          <a:xfrm>
            <a:off x="1058659" y="759742"/>
            <a:ext cx="5578882" cy="5549523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C926C8E7-AF48-4D69-8A29-78C339929E06}"/>
              </a:ext>
            </a:extLst>
          </p:cNvPr>
          <p:cNvSpPr/>
          <p:nvPr userDrawn="1"/>
        </p:nvSpPr>
        <p:spPr>
          <a:xfrm>
            <a:off x="6309668" y="5745357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xmlns="" id="{12BAE379-8BA3-4C38-80B9-F6ECE8575046}"/>
              </a:ext>
            </a:extLst>
          </p:cNvPr>
          <p:cNvSpPr/>
          <p:nvPr userDrawn="1"/>
        </p:nvSpPr>
        <p:spPr>
          <a:xfrm>
            <a:off x="7062787" y="1199097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xmlns="" id="{BDC42F51-DCAB-4C33-9689-ABC135D1EE8D}"/>
              </a:ext>
            </a:extLst>
          </p:cNvPr>
          <p:cNvSpPr/>
          <p:nvPr userDrawn="1"/>
        </p:nvSpPr>
        <p:spPr>
          <a:xfrm rot="10800000">
            <a:off x="10507442" y="6397343"/>
            <a:ext cx="1684558" cy="46065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xmlns="" id="{A5BC48F8-98EB-4550-8EAC-1248034E9560}"/>
              </a:ext>
            </a:extLst>
          </p:cNvPr>
          <p:cNvSpPr/>
          <p:nvPr userDrawn="1"/>
        </p:nvSpPr>
        <p:spPr>
          <a:xfrm>
            <a:off x="1496753" y="0"/>
            <a:ext cx="2057848" cy="562736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xmlns="" id="{EAF2EDC5-8FCA-8543-8C1F-688DA6DC9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xmlns="" id="{28B56F67-6D31-4B9E-8530-E063E5785A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04900" y="1338606"/>
            <a:ext cx="4914900" cy="4838357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15" name="Объект 3">
            <a:extLst>
              <a:ext uri="{FF2B5EF4-FFF2-40B4-BE49-F238E27FC236}">
                <a16:creationId xmlns:a16="http://schemas.microsoft.com/office/drawing/2014/main" xmlns="" id="{69E53391-9670-4404-BC42-063A6EC48E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1338606"/>
            <a:ext cx="5181598" cy="4838357"/>
          </a:xfrm>
        </p:spPr>
        <p:txBody>
          <a:bodyPr rtlCol="0"/>
          <a:lstStyle/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950755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8F6A756B-881F-4AD8-88A2-0DEA57AC8086}"/>
              </a:ext>
            </a:extLst>
          </p:cNvPr>
          <p:cNvSpPr/>
          <p:nvPr userDrawn="1"/>
        </p:nvSpPr>
        <p:spPr>
          <a:xfrm>
            <a:off x="9575801" y="1199097"/>
            <a:ext cx="4695527" cy="4670817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52E1879E-468E-4022-BADB-7EA13901AAC4}"/>
              </a:ext>
            </a:extLst>
          </p:cNvPr>
          <p:cNvSpPr/>
          <p:nvPr userDrawn="1"/>
        </p:nvSpPr>
        <p:spPr>
          <a:xfrm>
            <a:off x="1058659" y="759742"/>
            <a:ext cx="5578882" cy="5549523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C926C8E7-AF48-4D69-8A29-78C339929E06}"/>
              </a:ext>
            </a:extLst>
          </p:cNvPr>
          <p:cNvSpPr/>
          <p:nvPr userDrawn="1"/>
        </p:nvSpPr>
        <p:spPr>
          <a:xfrm>
            <a:off x="6309668" y="5745357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xmlns="" id="{12BAE379-8BA3-4C38-80B9-F6ECE8575046}"/>
              </a:ext>
            </a:extLst>
          </p:cNvPr>
          <p:cNvSpPr/>
          <p:nvPr userDrawn="1"/>
        </p:nvSpPr>
        <p:spPr>
          <a:xfrm>
            <a:off x="7062787" y="1199097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xmlns="" id="{BDC42F51-DCAB-4C33-9689-ABC135D1EE8D}"/>
              </a:ext>
            </a:extLst>
          </p:cNvPr>
          <p:cNvSpPr/>
          <p:nvPr userDrawn="1"/>
        </p:nvSpPr>
        <p:spPr>
          <a:xfrm rot="10800000">
            <a:off x="10507442" y="6397343"/>
            <a:ext cx="1684558" cy="46065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xmlns="" id="{A5BC48F8-98EB-4550-8EAC-1248034E9560}"/>
              </a:ext>
            </a:extLst>
          </p:cNvPr>
          <p:cNvSpPr/>
          <p:nvPr userDrawn="1"/>
        </p:nvSpPr>
        <p:spPr>
          <a:xfrm>
            <a:off x="1496753" y="0"/>
            <a:ext cx="2057848" cy="562736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xmlns="" id="{EAF2EDC5-8FCA-8543-8C1F-688DA6DC9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16" name="Текст 2">
            <a:extLst>
              <a:ext uri="{FF2B5EF4-FFF2-40B4-BE49-F238E27FC236}">
                <a16:creationId xmlns:a16="http://schemas.microsoft.com/office/drawing/2014/main" xmlns="" id="{9473839A-0FBA-4FFD-963E-C459DBF01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341797"/>
            <a:ext cx="4892675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17" name="Объект 3">
            <a:extLst>
              <a:ext uri="{FF2B5EF4-FFF2-40B4-BE49-F238E27FC236}">
                <a16:creationId xmlns:a16="http://schemas.microsoft.com/office/drawing/2014/main" xmlns="" id="{780A680B-0184-4FD9-B262-BC525F0FE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04900" y="2308409"/>
            <a:ext cx="4892675" cy="3881254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  <p:sp>
        <p:nvSpPr>
          <p:cNvPr id="18" name="Текст 4">
            <a:extLst>
              <a:ext uri="{FF2B5EF4-FFF2-40B4-BE49-F238E27FC236}">
                <a16:creationId xmlns:a16="http://schemas.microsoft.com/office/drawing/2014/main" xmlns="" id="{2BB13104-4CA8-41CF-97D3-CC8715182B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4426" y="1341797"/>
            <a:ext cx="5160961" cy="823912"/>
          </a:xfrm>
        </p:spPr>
        <p:txBody>
          <a:bodyPr rtlCol="0"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19" name="Объект 5">
            <a:extLst>
              <a:ext uri="{FF2B5EF4-FFF2-40B4-BE49-F238E27FC236}">
                <a16:creationId xmlns:a16="http://schemas.microsoft.com/office/drawing/2014/main" xmlns="" id="{F6A37A72-F47E-45B8-B790-D1444B0023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94426" y="2308409"/>
            <a:ext cx="5160962" cy="3881254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167963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8F6A756B-881F-4AD8-88A2-0DEA57AC8086}"/>
              </a:ext>
            </a:extLst>
          </p:cNvPr>
          <p:cNvSpPr/>
          <p:nvPr userDrawn="1"/>
        </p:nvSpPr>
        <p:spPr>
          <a:xfrm>
            <a:off x="9575801" y="1199097"/>
            <a:ext cx="4695527" cy="4670817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52E1879E-468E-4022-BADB-7EA13901AAC4}"/>
              </a:ext>
            </a:extLst>
          </p:cNvPr>
          <p:cNvSpPr/>
          <p:nvPr userDrawn="1"/>
        </p:nvSpPr>
        <p:spPr>
          <a:xfrm>
            <a:off x="1058659" y="759742"/>
            <a:ext cx="5578882" cy="5549523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C926C8E7-AF48-4D69-8A29-78C339929E06}"/>
              </a:ext>
            </a:extLst>
          </p:cNvPr>
          <p:cNvSpPr/>
          <p:nvPr userDrawn="1"/>
        </p:nvSpPr>
        <p:spPr>
          <a:xfrm>
            <a:off x="6309668" y="5745357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xmlns="" id="{12BAE379-8BA3-4C38-80B9-F6ECE8575046}"/>
              </a:ext>
            </a:extLst>
          </p:cNvPr>
          <p:cNvSpPr/>
          <p:nvPr userDrawn="1"/>
        </p:nvSpPr>
        <p:spPr>
          <a:xfrm>
            <a:off x="5243414" y="6098258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xmlns="" id="{BDC42F51-DCAB-4C33-9689-ABC135D1EE8D}"/>
              </a:ext>
            </a:extLst>
          </p:cNvPr>
          <p:cNvSpPr/>
          <p:nvPr userDrawn="1"/>
        </p:nvSpPr>
        <p:spPr>
          <a:xfrm rot="10800000">
            <a:off x="10507442" y="6397343"/>
            <a:ext cx="1684558" cy="46065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xmlns="" id="{A5BC48F8-98EB-4550-8EAC-1248034E9560}"/>
              </a:ext>
            </a:extLst>
          </p:cNvPr>
          <p:cNvSpPr/>
          <p:nvPr userDrawn="1"/>
        </p:nvSpPr>
        <p:spPr>
          <a:xfrm>
            <a:off x="1496753" y="0"/>
            <a:ext cx="2057848" cy="562736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xmlns="" id="{34A57A7D-E285-478E-A8B6-10716A7A7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457200"/>
            <a:ext cx="3667125" cy="1600200"/>
          </a:xfrm>
        </p:spPr>
        <p:txBody>
          <a:bodyPr rtlCol="0" anchor="b"/>
          <a:lstStyle>
            <a:lvl1pPr>
              <a:defRPr sz="3200"/>
            </a:lvl1pPr>
          </a:lstStyle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15" name="Текст 3">
            <a:extLst>
              <a:ext uri="{FF2B5EF4-FFF2-40B4-BE49-F238E27FC236}">
                <a16:creationId xmlns:a16="http://schemas.microsoft.com/office/drawing/2014/main" xmlns="" id="{02638390-43F5-47D5-BE57-D060C6E9E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04900" y="2057400"/>
            <a:ext cx="3667125" cy="381158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xmlns="" id="{366B2167-56BA-4D43-889D-FD798AA1F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0896" y="457201"/>
            <a:ext cx="6364492" cy="5403850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 smtClean="0"/>
              <a:t>Образец текста</a:t>
            </a:r>
          </a:p>
          <a:p>
            <a:pPr lvl="1" rtl="0"/>
            <a:r>
              <a:rPr lang="ru-RU" noProof="0" smtClean="0"/>
              <a:t>Второй уровень</a:t>
            </a:r>
          </a:p>
          <a:p>
            <a:pPr lvl="2" rtl="0"/>
            <a:r>
              <a:rPr lang="ru-RU" noProof="0" smtClean="0"/>
              <a:t>Третий уровень</a:t>
            </a:r>
          </a:p>
          <a:p>
            <a:pPr lvl="3" rtl="0"/>
            <a:r>
              <a:rPr lang="ru-RU" noProof="0" smtClean="0"/>
              <a:t>Четвертый уровень</a:t>
            </a:r>
          </a:p>
          <a:p>
            <a:pPr lvl="4" rtl="0"/>
            <a:r>
              <a:rPr lang="ru-RU" noProof="0" smtClean="0"/>
              <a:t>Пятый уровень</a:t>
            </a:r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803594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8F6A756B-881F-4AD8-88A2-0DEA57AC8086}"/>
              </a:ext>
            </a:extLst>
          </p:cNvPr>
          <p:cNvSpPr/>
          <p:nvPr userDrawn="1"/>
        </p:nvSpPr>
        <p:spPr>
          <a:xfrm>
            <a:off x="9575801" y="1199097"/>
            <a:ext cx="4695527" cy="4670817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52E1879E-468E-4022-BADB-7EA13901AAC4}"/>
              </a:ext>
            </a:extLst>
          </p:cNvPr>
          <p:cNvSpPr/>
          <p:nvPr userDrawn="1"/>
        </p:nvSpPr>
        <p:spPr>
          <a:xfrm>
            <a:off x="1058659" y="759742"/>
            <a:ext cx="5578882" cy="5549523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C926C8E7-AF48-4D69-8A29-78C339929E06}"/>
              </a:ext>
            </a:extLst>
          </p:cNvPr>
          <p:cNvSpPr/>
          <p:nvPr userDrawn="1"/>
        </p:nvSpPr>
        <p:spPr>
          <a:xfrm>
            <a:off x="6309668" y="5745357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xmlns="" id="{12BAE379-8BA3-4C38-80B9-F6ECE8575046}"/>
              </a:ext>
            </a:extLst>
          </p:cNvPr>
          <p:cNvSpPr/>
          <p:nvPr userDrawn="1"/>
        </p:nvSpPr>
        <p:spPr>
          <a:xfrm>
            <a:off x="7062787" y="1199097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xmlns="" id="{BDC42F51-DCAB-4C33-9689-ABC135D1EE8D}"/>
              </a:ext>
            </a:extLst>
          </p:cNvPr>
          <p:cNvSpPr/>
          <p:nvPr userDrawn="1"/>
        </p:nvSpPr>
        <p:spPr>
          <a:xfrm rot="10800000">
            <a:off x="10507442" y="6397343"/>
            <a:ext cx="1684558" cy="46065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xmlns="" id="{A5BC48F8-98EB-4550-8EAC-1248034E9560}"/>
              </a:ext>
            </a:extLst>
          </p:cNvPr>
          <p:cNvSpPr/>
          <p:nvPr userDrawn="1"/>
        </p:nvSpPr>
        <p:spPr>
          <a:xfrm>
            <a:off x="1496753" y="0"/>
            <a:ext cx="2057848" cy="562736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xmlns="" id="{EAF2EDC5-8FCA-8543-8C1F-688DA6DC9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-RU" noProof="0" smtClean="0"/>
              <a:t>Образец заголовка</a:t>
            </a:r>
            <a:endParaRPr lang="ru-RU" noProof="0" dirty="0"/>
          </a:p>
        </p:txBody>
      </p:sp>
      <p:sp>
        <p:nvSpPr>
          <p:cNvPr id="2" name="Нижний колонтитул 1">
            <a:extLst>
              <a:ext uri="{FF2B5EF4-FFF2-40B4-BE49-F238E27FC236}">
                <a16:creationId xmlns:a16="http://schemas.microsoft.com/office/drawing/2014/main" xmlns="" id="{CBD8003D-13A7-4986-AB10-F4984336278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867164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вал 6">
            <a:extLst>
              <a:ext uri="{FF2B5EF4-FFF2-40B4-BE49-F238E27FC236}">
                <a16:creationId xmlns:a16="http://schemas.microsoft.com/office/drawing/2014/main" xmlns="" id="{8F6A756B-881F-4AD8-88A2-0DEA57AC8086}"/>
              </a:ext>
            </a:extLst>
          </p:cNvPr>
          <p:cNvSpPr/>
          <p:nvPr userDrawn="1"/>
        </p:nvSpPr>
        <p:spPr>
          <a:xfrm>
            <a:off x="9575801" y="1199097"/>
            <a:ext cx="4695527" cy="4670817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xmlns="" id="{52E1879E-468E-4022-BADB-7EA13901AAC4}"/>
              </a:ext>
            </a:extLst>
          </p:cNvPr>
          <p:cNvSpPr/>
          <p:nvPr userDrawn="1"/>
        </p:nvSpPr>
        <p:spPr>
          <a:xfrm>
            <a:off x="1058659" y="759742"/>
            <a:ext cx="5578882" cy="5549523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xmlns="" id="{C926C8E7-AF48-4D69-8A29-78C339929E06}"/>
              </a:ext>
            </a:extLst>
          </p:cNvPr>
          <p:cNvSpPr/>
          <p:nvPr userDrawn="1"/>
        </p:nvSpPr>
        <p:spPr>
          <a:xfrm>
            <a:off x="6309668" y="5745357"/>
            <a:ext cx="106064" cy="10550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xmlns="" id="{12BAE379-8BA3-4C38-80B9-F6ECE8575046}"/>
              </a:ext>
            </a:extLst>
          </p:cNvPr>
          <p:cNvSpPr/>
          <p:nvPr userDrawn="1"/>
        </p:nvSpPr>
        <p:spPr>
          <a:xfrm>
            <a:off x="7062787" y="1199097"/>
            <a:ext cx="244510" cy="24322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noProof="0" dirty="0"/>
          </a:p>
        </p:txBody>
      </p:sp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xmlns="" id="{BDC42F51-DCAB-4C33-9689-ABC135D1EE8D}"/>
              </a:ext>
            </a:extLst>
          </p:cNvPr>
          <p:cNvSpPr/>
          <p:nvPr userDrawn="1"/>
        </p:nvSpPr>
        <p:spPr>
          <a:xfrm rot="10800000">
            <a:off x="10507442" y="6397343"/>
            <a:ext cx="1684558" cy="460657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xmlns="" id="{A5BC48F8-98EB-4550-8EAC-1248034E9560}"/>
              </a:ext>
            </a:extLst>
          </p:cNvPr>
          <p:cNvSpPr/>
          <p:nvPr userDrawn="1"/>
        </p:nvSpPr>
        <p:spPr>
          <a:xfrm>
            <a:off x="1496753" y="0"/>
            <a:ext cx="2057848" cy="562736"/>
          </a:xfrm>
          <a:custGeom>
            <a:avLst/>
            <a:gdLst>
              <a:gd name="connsiteX0" fmla="*/ 0 w 1684558"/>
              <a:gd name="connsiteY0" fmla="*/ 0 h 460657"/>
              <a:gd name="connsiteX1" fmla="*/ 1684558 w 1684558"/>
              <a:gd name="connsiteY1" fmla="*/ 0 h 460657"/>
              <a:gd name="connsiteX2" fmla="*/ 1670866 w 1684558"/>
              <a:gd name="connsiteY2" fmla="*/ 22419 h 460657"/>
              <a:gd name="connsiteX3" fmla="*/ 842279 w 1684558"/>
              <a:gd name="connsiteY3" fmla="*/ 460657 h 460657"/>
              <a:gd name="connsiteX4" fmla="*/ 13692 w 1684558"/>
              <a:gd name="connsiteY4" fmla="*/ 22419 h 460657"/>
              <a:gd name="connsiteX5" fmla="*/ 0 w 1684558"/>
              <a:gd name="connsiteY5" fmla="*/ 0 h 460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4558" h="460657">
                <a:moveTo>
                  <a:pt x="0" y="0"/>
                </a:moveTo>
                <a:lnTo>
                  <a:pt x="1684558" y="0"/>
                </a:lnTo>
                <a:lnTo>
                  <a:pt x="1670866" y="22419"/>
                </a:lnTo>
                <a:cubicBezTo>
                  <a:pt x="1491295" y="286821"/>
                  <a:pt x="1187195" y="460657"/>
                  <a:pt x="842279" y="460657"/>
                </a:cubicBezTo>
                <a:cubicBezTo>
                  <a:pt x="497363" y="460657"/>
                  <a:pt x="193263" y="286821"/>
                  <a:pt x="13692" y="22419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2568348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ED01DAC-95B2-4F9E-A9B4-92382F943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365125"/>
            <a:ext cx="10248899" cy="703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 dirty="0" smtClean="0"/>
              <a:t>Образец заголовка</a:t>
            </a:r>
            <a:endParaRPr lang="ru-RU" noProof="0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xmlns="" id="{B7D57AA7-D108-4C6F-9455-5A9AC5F7D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4900" y="1825625"/>
            <a:ext cx="102488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 dirty="0" smtClean="0"/>
              <a:t>Щелкните, чтобы изменить стили текста образца слайда</a:t>
            </a:r>
          </a:p>
          <a:p>
            <a:pPr lvl="1" rtl="0"/>
            <a:r>
              <a:rPr lang="ru-RU" noProof="0" dirty="0" smtClean="0"/>
              <a:t>Второй уровень</a:t>
            </a:r>
          </a:p>
          <a:p>
            <a:pPr lvl="2" rtl="0"/>
            <a:r>
              <a:rPr lang="ru-RU" noProof="0" dirty="0" smtClean="0"/>
              <a:t>Третий уровень</a:t>
            </a:r>
          </a:p>
          <a:p>
            <a:pPr lvl="3" rtl="0"/>
            <a:r>
              <a:rPr lang="ru-RU" noProof="0" dirty="0" smtClean="0"/>
              <a:t>Четвертый уровень</a:t>
            </a:r>
          </a:p>
          <a:p>
            <a:pPr lvl="4" rtl="0"/>
            <a:r>
              <a:rPr lang="ru-RU" noProof="0" dirty="0" smtClean="0"/>
              <a:t>Пятый уровень</a:t>
            </a:r>
            <a:endParaRPr lang="ru-RU" noProof="0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xmlns="" id="{E3BBCC2B-A9FA-4472-8509-74B42C12A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ru-RU" noProof="0" dirty="0"/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xmlns="" id="{1BD32F58-EB48-4836-BA45-971BA1AA1608}"/>
              </a:ext>
            </a:extLst>
          </p:cNvPr>
          <p:cNvCxnSpPr/>
          <p:nvPr userDrawn="1"/>
        </p:nvCxnSpPr>
        <p:spPr>
          <a:xfrm>
            <a:off x="559704" y="5537210"/>
            <a:ext cx="0" cy="1320791"/>
          </a:xfrm>
          <a:prstGeom prst="line">
            <a:avLst/>
          </a:prstGeom>
          <a:ln w="19050">
            <a:solidFill>
              <a:schemeClr val="tx1"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Фигура 61">
            <a:extLst>
              <a:ext uri="{FF2B5EF4-FFF2-40B4-BE49-F238E27FC236}">
                <a16:creationId xmlns:a16="http://schemas.microsoft.com/office/drawing/2014/main" xmlns="" id="{9DA099E0-27DA-42BD-9D42-E4CA07B78FDD}"/>
              </a:ext>
            </a:extLst>
          </p:cNvPr>
          <p:cNvSpPr/>
          <p:nvPr userDrawn="1"/>
        </p:nvSpPr>
        <p:spPr>
          <a:xfrm rot="16200000">
            <a:off x="-1548505" y="3225098"/>
            <a:ext cx="4216420" cy="40780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19050" tIns="19050" rIns="19050" bIns="19050" rtlCol="0" anchor="ctr">
            <a:spAutoFit/>
          </a:bodyPr>
          <a:lstStyle/>
          <a:p>
            <a:pPr marL="0" indent="0" algn="ctr" rtl="0">
              <a:buFont typeface="Arial" panose="020B0604020202020204" pitchFamily="34" charset="0"/>
              <a:buNone/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400" b="1" i="0" u="none" strike="noStrike" kern="1200" spc="600" baseline="0" dirty="0" smtClean="0">
                <a:solidFill>
                  <a:srgbClr val="2F3342"/>
                </a:solidFill>
                <a:latin typeface="+mn-lt"/>
                <a:ea typeface="+mn-ea"/>
                <a:cs typeface="+mn-cs"/>
                <a:sym typeface="Bebas"/>
              </a:rPr>
              <a:t>4</a:t>
            </a:r>
            <a:r>
              <a:rPr lang="en-US" sz="2400" b="1" i="0" u="none" strike="noStrike" kern="1200" spc="600" baseline="30000" dirty="0" smtClean="0">
                <a:solidFill>
                  <a:srgbClr val="2F3342"/>
                </a:solidFill>
                <a:latin typeface="+mn-lt"/>
                <a:ea typeface="+mn-ea"/>
                <a:cs typeface="+mn-cs"/>
                <a:sym typeface="Bebas"/>
              </a:rPr>
              <a:t>TH </a:t>
            </a:r>
            <a:r>
              <a:rPr lang="en-US" sz="2400" b="1" i="0" u="none" strike="noStrike" kern="1200" spc="600" baseline="0" dirty="0" smtClean="0">
                <a:solidFill>
                  <a:schemeClr val="accent1"/>
                </a:solidFill>
                <a:latin typeface="+mn-lt"/>
                <a:ea typeface="+mn-ea"/>
                <a:cs typeface="+mn-cs"/>
                <a:sym typeface="Bebas"/>
              </a:rPr>
              <a:t>COFFEE</a:t>
            </a:r>
            <a:endParaRPr lang="ru-RU" sz="2400" b="1" i="0" spc="600" baseline="0" noProof="0" dirty="0">
              <a:solidFill>
                <a:schemeClr val="accent1"/>
              </a:solidFill>
              <a:latin typeface="+mn-lt"/>
              <a:cs typeface="Gill Sans" panose="020B0502020104020203" pitchFamily="34" charset="-79"/>
            </a:endParaRPr>
          </a:p>
        </p:txBody>
      </p:sp>
      <p:sp>
        <p:nvSpPr>
          <p:cNvPr id="19" name="Номер слайда 21">
            <a:extLst>
              <a:ext uri="{FF2B5EF4-FFF2-40B4-BE49-F238E27FC236}">
                <a16:creationId xmlns:a16="http://schemas.microsoft.com/office/drawing/2014/main" xmlns="" id="{BDEFFF1D-21D1-45B8-A062-F9140F937EE2}"/>
              </a:ext>
            </a:extLst>
          </p:cNvPr>
          <p:cNvSpPr txBox="1">
            <a:spLocks/>
          </p:cNvSpPr>
          <p:nvPr userDrawn="1"/>
        </p:nvSpPr>
        <p:spPr>
          <a:xfrm>
            <a:off x="10919584" y="441326"/>
            <a:ext cx="703476" cy="24447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3" b="1" kern="120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D8D877B3-D348-4611-9BDB-C5374591D951}" type="slidenum">
              <a:rPr lang="ru-RU" sz="1000" noProof="0" smtClean="0"/>
              <a:pPr/>
              <a:t>‹#›</a:t>
            </a:fld>
            <a:endParaRPr lang="ru-RU" sz="1000" noProof="0" dirty="0"/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xmlns="" id="{DFEBA112-2FA0-448A-A373-EB297C4661F0}"/>
              </a:ext>
            </a:extLst>
          </p:cNvPr>
          <p:cNvCxnSpPr/>
          <p:nvPr userDrawn="1"/>
        </p:nvCxnSpPr>
        <p:spPr>
          <a:xfrm>
            <a:off x="559704" y="0"/>
            <a:ext cx="0" cy="1320791"/>
          </a:xfrm>
          <a:prstGeom prst="line">
            <a:avLst/>
          </a:prstGeom>
          <a:ln w="19050">
            <a:solidFill>
              <a:schemeClr val="tx1">
                <a:alpha val="7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6065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50" r:id="rId2"/>
    <p:sldLayoutId id="2147483660" r:id="rId3"/>
    <p:sldLayoutId id="2147483663" r:id="rId4"/>
    <p:sldLayoutId id="2147483661" r:id="rId5"/>
    <p:sldLayoutId id="2147483665" r:id="rId6"/>
    <p:sldLayoutId id="2147483677" r:id="rId7"/>
    <p:sldLayoutId id="2147483673" r:id="rId8"/>
    <p:sldLayoutId id="2147483674" r:id="rId9"/>
    <p:sldLayoutId id="2147483680" r:id="rId10"/>
    <p:sldLayoutId id="2147483678" r:id="rId11"/>
    <p:sldLayoutId id="2147483679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6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28AB8982-707E-4EEC-83D2-0727C4013DA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55" y="-1"/>
            <a:ext cx="6549390" cy="6858001"/>
          </a:xfr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E4312565-5F29-4C96-B5A2-E1EAE5CB5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0500" y="1543080"/>
            <a:ext cx="5662961" cy="1434084"/>
          </a:xfrm>
        </p:spPr>
        <p:txBody>
          <a:bodyPr rtlCol="0"/>
          <a:lstStyle/>
          <a:p>
            <a:r>
              <a:rPr lang="ru-RU" sz="5400" dirty="0"/>
              <a:t>Понятие «восприятие».</a:t>
            </a:r>
            <a:endParaRPr lang="ru-RU" sz="5400" dirty="0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xmlns="" id="{1A5AD738-856D-4A85-B701-C986789D9E82}"/>
              </a:ext>
            </a:extLst>
          </p:cNvPr>
          <p:cNvSpPr>
            <a:spLocks noGrp="1"/>
          </p:cNvSpPr>
          <p:nvPr>
            <p:ph type="body" idx="71"/>
          </p:nvPr>
        </p:nvSpPr>
        <p:spPr>
          <a:xfrm>
            <a:off x="6722745" y="3923335"/>
            <a:ext cx="4538471" cy="1988494"/>
          </a:xfrm>
        </p:spPr>
        <p:txBody>
          <a:bodyPr rtlCol="0"/>
          <a:lstStyle/>
          <a:p>
            <a:pPr rtl="0"/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Анастасия </a:t>
            </a:r>
            <a:r>
              <a:rPr lang="ru-RU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Манжос</a:t>
            </a: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Даниэла</a:t>
            </a: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Милетич</a:t>
            </a:r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Анастасия Трошина</a:t>
            </a:r>
          </a:p>
          <a:p>
            <a:pPr rtl="0"/>
            <a:r>
              <a:rPr lang="ru-RU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ФНЯ 0-24-3,0-24-2</a:t>
            </a:r>
            <a:endParaRPr lang="ru-RU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Полилиния 27">
            <a:extLst>
              <a:ext uri="{FF2B5EF4-FFF2-40B4-BE49-F238E27FC236}">
                <a16:creationId xmlns:a16="http://schemas.microsoft.com/office/drawing/2014/main" xmlns="" id="{944C982A-D694-43A6-9330-50F554BC24A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173355" y="0"/>
            <a:ext cx="4686301" cy="3733270"/>
          </a:xfrm>
          <a:custGeom>
            <a:avLst/>
            <a:gdLst>
              <a:gd name="connsiteX0" fmla="*/ 683 w 2374769"/>
              <a:gd name="connsiteY0" fmla="*/ 0 h 2362237"/>
              <a:gd name="connsiteX1" fmla="*/ 242807 w 2374769"/>
              <a:gd name="connsiteY1" fmla="*/ 12161 h 2362237"/>
              <a:gd name="connsiteX2" fmla="*/ 2374769 w 2374769"/>
              <a:gd name="connsiteY2" fmla="*/ 2362237 h 2362237"/>
              <a:gd name="connsiteX3" fmla="*/ 1543208 w 2374769"/>
              <a:gd name="connsiteY3" fmla="*/ 2362237 h 2362237"/>
              <a:gd name="connsiteX4" fmla="*/ 0 w 2374769"/>
              <a:gd name="connsiteY4" fmla="*/ 827150 h 2362237"/>
              <a:gd name="connsiteX5" fmla="*/ 0 w 2374769"/>
              <a:gd name="connsiteY5" fmla="*/ 34 h 2362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374769" h="2362237">
                <a:moveTo>
                  <a:pt x="683" y="0"/>
                </a:moveTo>
                <a:lnTo>
                  <a:pt x="242807" y="12161"/>
                </a:lnTo>
                <a:cubicBezTo>
                  <a:pt x="1440298" y="133133"/>
                  <a:pt x="2374769" y="1139131"/>
                  <a:pt x="2374769" y="2362237"/>
                </a:cubicBezTo>
                <a:lnTo>
                  <a:pt x="1543208" y="2362237"/>
                </a:lnTo>
                <a:cubicBezTo>
                  <a:pt x="1543208" y="1514432"/>
                  <a:pt x="852291" y="827150"/>
                  <a:pt x="0" y="827150"/>
                </a:cubicBezTo>
                <a:lnTo>
                  <a:pt x="0" y="34"/>
                </a:lnTo>
                <a:close/>
              </a:path>
            </a:pathLst>
          </a:custGeom>
          <a:solidFill>
            <a:schemeClr val="bg2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dirty="0"/>
          </a:p>
        </p:txBody>
      </p:sp>
    </p:spTree>
    <p:extLst>
      <p:ext uri="{BB962C8B-B14F-4D97-AF65-F5344CB8AC3E}">
        <p14:creationId xmlns:p14="http://schemas.microsoft.com/office/powerpoint/2010/main" val="3812511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875ED820-017D-47E9-8107-163E4133A528}"/>
              </a:ext>
            </a:extLst>
          </p:cNvPr>
          <p:cNvPicPr>
            <a:picLocks noGrp="1" noChangeAspect="1"/>
          </p:cNvPicPr>
          <p:nvPr>
            <p:ph type="pic" sz="quarter" idx="7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018848" cy="6896583"/>
          </a:xfr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78CC151D-3E87-49F8-947C-F3CD2D5C37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7086" y="236825"/>
            <a:ext cx="5041734" cy="1563624"/>
          </a:xfrm>
        </p:spPr>
        <p:txBody>
          <a:bodyPr rtlCol="0"/>
          <a:lstStyle/>
          <a:p>
            <a:r>
              <a:rPr lang="ru-RU" b="1" dirty="0"/>
              <a:t>Отличия ощущения от восприятия</a:t>
            </a:r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idx="13"/>
          </p:nvPr>
        </p:nvSpPr>
        <p:spPr>
          <a:xfrm>
            <a:off x="6127906" y="2385927"/>
            <a:ext cx="4560094" cy="465997"/>
          </a:xfrm>
        </p:spPr>
        <p:txBody>
          <a:bodyPr rtlCol="0"/>
          <a:lstStyle/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2" name="Прямоугольник 1"/>
          <p:cNvSpPr/>
          <p:nvPr/>
        </p:nvSpPr>
        <p:spPr>
          <a:xfrm>
            <a:off x="5887086" y="2037449"/>
            <a:ext cx="6096000" cy="37240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ощущение</a:t>
            </a:r>
            <a:r>
              <a:rPr lang="ru-RU" sz="2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это психических процесс отражения отдельных изолированных свойств предметов и явлений при непосредственном воздействии раздражителей на соответствующие органы чувств. Мы ощущаем цвет, температуру, запах, но пока не понимаем, что именно перед нами.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восприятие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это психический процесс отражения окружающей действительности в виде целостных образов при непосредственном воздействии раздражителей на соответствующие органы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чувств.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94065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0">
            <a:extLst>
              <a:ext uri="{FF2B5EF4-FFF2-40B4-BE49-F238E27FC236}">
                <a16:creationId xmlns:a16="http://schemas.microsoft.com/office/drawing/2014/main" xmlns="" id="{7E19986B-6BF1-4ACF-B9CC-DBD1466DD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9322" y="441326"/>
            <a:ext cx="4562856" cy="1563624"/>
          </a:xfrm>
        </p:spPr>
        <p:txBody>
          <a:bodyPr rtlCol="0"/>
          <a:lstStyle/>
          <a:p>
            <a:r>
              <a:rPr lang="ru-RU" b="1" dirty="0"/>
              <a:t>Свойства восприятия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2"/>
          </p:nvPr>
        </p:nvSpPr>
        <p:spPr>
          <a:xfrm>
            <a:off x="1117363" y="1214239"/>
            <a:ext cx="5356919" cy="4936440"/>
          </a:xfrm>
        </p:spPr>
        <p:txBody>
          <a:bodyPr rtlCol="0">
            <a:no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Целостность.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(хотя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 состоит из частей, восприятие формирует его единый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образ)</a:t>
            </a: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Константность.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(благодаря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константности этот образ не распадается на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части)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Структурность.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(мы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воспринимаем мир по принципу «фигура - фон».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Без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этого свойства мы бы тонули в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деталях)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Избирательность.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(это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способность переводить фокус внимания с одного объекта на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другой)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Предметность и осмысленность.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(мы воспринимаем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мир не как абстрактные пятна, а как предметы, имеющие значение. Мы привносим в образ свой личный опыт, личностные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смыслы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Овал 7">
            <a:extLs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/>
          <p:nvPr/>
        </p:nvSpPr>
        <p:spPr>
          <a:xfrm>
            <a:off x="1329322" y="5717514"/>
            <a:ext cx="1012464" cy="1007136"/>
          </a:xfrm>
          <a:prstGeom prst="ellipse">
            <a:avLst/>
          </a:prstGeom>
          <a:noFill/>
          <a:ln w="6350">
            <a:solidFill>
              <a:schemeClr val="tx1">
                <a:alpha val="10000"/>
              </a:schemeClr>
            </a:solidFill>
            <a:prstDash val="sysDot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sz="2700" dirty="0"/>
          </a:p>
        </p:txBody>
      </p:sp>
      <p:sp>
        <p:nvSpPr>
          <p:cNvPr id="10" name="Номер слайда 04">
            <a:extLst>
              <a:ext uri="{FF2B5EF4-FFF2-40B4-BE49-F238E27FC236}">
                <a16:creationId xmlns:a16="http://schemas.microsoft.com/office/drawing/2014/main" xmlns="" id="{979C3E78-CF44-41DC-A57F-A9DFA28E5F1F}"/>
              </a:ext>
            </a:extLst>
          </p:cNvPr>
          <p:cNvSpPr txBox="1">
            <a:spLocks/>
          </p:cNvSpPr>
          <p:nvPr/>
        </p:nvSpPr>
        <p:spPr>
          <a:xfrm>
            <a:off x="10919584" y="441326"/>
            <a:ext cx="703476" cy="244475"/>
          </a:xfrm>
          <a:prstGeom prst="rect">
            <a:avLst/>
          </a:prstGeom>
          <a:noFill/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3" b="1" kern="1200">
                <a:solidFill>
                  <a:schemeClr val="tx1">
                    <a:alpha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D8D877B3-D348-4611-9BDB-C5374591D951}" type="slidenum">
              <a:rPr lang="ru-RU" sz="1000" smtClean="0">
                <a:solidFill>
                  <a:schemeClr val="bg1">
                    <a:alpha val="50000"/>
                  </a:schemeClr>
                </a:solidFill>
              </a:rPr>
              <a:pPr rtl="0"/>
              <a:t>3</a:t>
            </a:fld>
            <a:endParaRPr lang="ru-RU" sz="1000" dirty="0">
              <a:solidFill>
                <a:schemeClr val="bg1">
                  <a:alpha val="50000"/>
                </a:schemeClr>
              </a:solidFill>
            </a:endParaRPr>
          </a:p>
        </p:txBody>
      </p:sp>
      <p:pic>
        <p:nvPicPr>
          <p:cNvPr id="12" name="Рисунок 8">
            <a:extLst>
              <a:ext uri="{FF2B5EF4-FFF2-40B4-BE49-F238E27FC236}">
                <a16:creationId xmlns:a16="http://schemas.microsoft.com/office/drawing/2014/main" xmlns="" id="{E39A3B84-CFD4-49E0-A403-BA35D4B97A2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4431" y="0"/>
            <a:ext cx="5143500" cy="6858000"/>
          </a:xfrm>
        </p:spPr>
      </p:pic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4"/>
          <a:srcRect t="89594"/>
          <a:stretch/>
        </p:blipFill>
        <p:spPr>
          <a:xfrm rot="5400000">
            <a:off x="-2669993" y="3073392"/>
            <a:ext cx="6860747" cy="71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107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xmlns="" id="{1E3B9FEC-22B7-4FE3-B73D-CDC86E43E160}"/>
              </a:ext>
            </a:extLst>
          </p:cNvPr>
          <p:cNvPicPr>
            <a:picLocks noGrp="1" noChangeAspect="1"/>
          </p:cNvPicPr>
          <p:nvPr>
            <p:ph type="pic" sz="quarter" idx="5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541" y="0"/>
            <a:ext cx="4903216" cy="6858000"/>
          </a:xfrm>
        </p:spPr>
      </p:pic>
      <p:sp>
        <p:nvSpPr>
          <p:cNvPr id="5" name="Заголовок 4">
            <a:extLst>
              <a:ext uri="{FF2B5EF4-FFF2-40B4-BE49-F238E27FC236}">
                <a16:creationId xmlns:a16="http://schemas.microsoft.com/office/drawing/2014/main" xmlns="" id="{C11E0449-C335-46DB-B971-B68D8522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9277" y="444959"/>
            <a:ext cx="5568696" cy="526834"/>
          </a:xfrm>
        </p:spPr>
        <p:txBody>
          <a:bodyPr rtlCol="0"/>
          <a:lstStyle/>
          <a:p>
            <a:r>
              <a:rPr lang="ru-RU" b="1" dirty="0"/>
              <a:t>Виды восприятия</a:t>
            </a:r>
            <a:endParaRPr lang="ru-RU" dirty="0"/>
          </a:p>
        </p:txBody>
      </p:sp>
      <p:sp>
        <p:nvSpPr>
          <p:cNvPr id="11" name="Текст 10"/>
          <p:cNvSpPr>
            <a:spLocks noGrp="1"/>
          </p:cNvSpPr>
          <p:nvPr>
            <p:ph type="body" sz="quarter" idx="39"/>
          </p:nvPr>
        </p:nvSpPr>
        <p:spPr>
          <a:xfrm>
            <a:off x="6029277" y="1675410"/>
            <a:ext cx="5578882" cy="4580424"/>
          </a:xfrm>
        </p:spPr>
        <p:txBody>
          <a:bodyPr rtlCol="0"/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Восприятие пространства.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(это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способность оценивать форму, величину, удаленность и объем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объектов)</a:t>
            </a:r>
          </a:p>
          <a:p>
            <a: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Восприятие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движения.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(мы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способны фиксировать факт перемещения объекта в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пространстве)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Восприятие времени.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(это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наиболее субъективный вид. Оно зависит от внутреннего состояния организма и физиологических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факторов. </a:t>
            </a:r>
            <a:r>
              <a:rPr lang="ru-RU" sz="1600" i="1" dirty="0"/>
              <a:t>Классический пример:</a:t>
            </a:r>
            <a:r>
              <a:rPr lang="ru-RU" sz="1600" dirty="0"/>
              <a:t> восприятие времени напрямую связано со скоростью протекания метаболических процессов. Исследования показывают, что люди с повышенной температурой тела начинают субъективно иначе оценивать длительность интервалов.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sz="1600" dirty="0"/>
              <a:t/>
            </a:r>
            <a:br>
              <a:rPr lang="ru-RU" sz="1600" dirty="0"/>
            </a:b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271454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5495" y="898663"/>
            <a:ext cx="5914623" cy="2205960"/>
          </a:xfrm>
        </p:spPr>
        <p:txBody>
          <a:bodyPr rtlCol="0">
            <a:normAutofit/>
          </a:bodyPr>
          <a:lstStyle/>
          <a:p>
            <a:pPr rtl="0"/>
            <a:r>
              <a:rPr lang="ru-RU" sz="7200" noProof="1" smtClean="0"/>
              <a:t>СПАСИБО</a:t>
            </a:r>
            <a:endParaRPr lang="ru-RU" sz="7200" noProof="1"/>
          </a:p>
        </p:txBody>
      </p:sp>
      <p:sp>
        <p:nvSpPr>
          <p:cNvPr id="10" name="Текст 9"/>
          <p:cNvSpPr>
            <a:spLocks noGrp="1"/>
          </p:cNvSpPr>
          <p:nvPr>
            <p:ph type="body" idx="4294967295"/>
          </p:nvPr>
        </p:nvSpPr>
        <p:spPr>
          <a:xfrm>
            <a:off x="1403282" y="4712807"/>
            <a:ext cx="5412818" cy="1148967"/>
          </a:xfrm>
        </p:spPr>
        <p:txBody>
          <a:bodyPr rtlCol="0">
            <a:noAutofit/>
          </a:bodyPr>
          <a:lstStyle/>
          <a:p>
            <a:pPr marL="0" indent="0" rtl="0">
              <a:buNone/>
            </a:pPr>
            <a:r>
              <a:rPr lang="ru-RU" sz="7200" noProof="1"/>
              <a:t>з</a:t>
            </a:r>
            <a:r>
              <a:rPr lang="ru-RU" sz="7200" noProof="1" smtClean="0"/>
              <a:t>а внимание</a:t>
            </a:r>
            <a:endParaRPr lang="ru-RU" sz="7200" noProof="1"/>
          </a:p>
        </p:txBody>
      </p:sp>
      <p:sp>
        <p:nvSpPr>
          <p:cNvPr id="14" name="Текст 18">
            <a:extLst>
              <a:ext uri="{FF2B5EF4-FFF2-40B4-BE49-F238E27FC236}">
                <a16:creationId xmlns:a16="http://schemas.microsoft.com/office/drawing/2014/main" xmlns="" id="{DE3972FF-9F48-40A0-A03E-7A4DAC9D0CAA}"/>
              </a:ext>
            </a:extLst>
          </p:cNvPr>
          <p:cNvSpPr txBox="1">
            <a:spLocks/>
          </p:cNvSpPr>
          <p:nvPr/>
        </p:nvSpPr>
        <p:spPr>
          <a:xfrm>
            <a:off x="5904480" y="5958369"/>
            <a:ext cx="2778106" cy="20912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4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2925" indent="-276225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US" sz="20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096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US" sz="18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0763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43025" indent="-2667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Char char="•"/>
              <a:defRPr lang="en-ZA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500"/>
              </a:spcAft>
              <a:buClr>
                <a:srgbClr val="00B0F0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ru-RU" u="none" strike="noStrike" kern="1200" cap="none" spc="200" normalizeH="0" noProof="1">
              <a:ln>
                <a:noFill/>
              </a:ln>
              <a:solidFill>
                <a:srgbClr val="2F3342"/>
              </a:solidFill>
              <a:effectLst/>
              <a:uLnTx/>
              <a:uFillTx/>
              <a:latin typeface="+mj-lt"/>
              <a:cs typeface="Gill Sans Light" panose="020B0302020104020203" pitchFamily="34" charset="-79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t="88780"/>
          <a:stretch/>
        </p:blipFill>
        <p:spPr>
          <a:xfrm rot="16200000">
            <a:off x="-2708817" y="3044283"/>
            <a:ext cx="6858000" cy="769434"/>
          </a:xfrm>
          <a:prstGeom prst="rect">
            <a:avLst/>
          </a:prstGeom>
        </p:spPr>
      </p:pic>
      <p:pic>
        <p:nvPicPr>
          <p:cNvPr id="15" name="Рисунок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136" y="-1"/>
            <a:ext cx="4807864" cy="5534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465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Fashion Brochure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0C0C0C"/>
      </a:accent2>
      <a:accent3>
        <a:srgbClr val="595959"/>
      </a:accent3>
      <a:accent4>
        <a:srgbClr val="F9D5E9"/>
      </a:accent4>
      <a:accent5>
        <a:srgbClr val="EE81BD"/>
      </a:accent5>
      <a:accent6>
        <a:srgbClr val="D54773"/>
      </a:accent6>
      <a:hlink>
        <a:srgbClr val="C830CC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54214_TF16411254.potx" id="{A4F54F17-5DAE-4EFA-9D4E-414A275CAAC8}" vid="{FDCA258C-ED67-4EDF-84D7-EA457ABBBB74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215998C-280A-471A-8BB1-CDC2B95FC2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71DA07E-9A1F-402C-A357-ABD24F8C703B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16c05727-aa75-4e4a-9b5f-8a80a1165891"/>
    <ds:schemaRef ds:uri="71af3243-3dd4-4a8d-8c0d-dd76da1f02a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D0B596E-8E5F-4DB7-9C0B-A416410C0FA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Современная презентация</Template>
  <TotalTime>0</TotalTime>
  <Words>184</Words>
  <Application>Microsoft Office PowerPoint</Application>
  <PresentationFormat>Широкоэкранный</PresentationFormat>
  <Paragraphs>26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3" baseType="lpstr">
      <vt:lpstr>Arial</vt:lpstr>
      <vt:lpstr>Bebas</vt:lpstr>
      <vt:lpstr>Calibri</vt:lpstr>
      <vt:lpstr>Calibri Light</vt:lpstr>
      <vt:lpstr>Gill Sans</vt:lpstr>
      <vt:lpstr>Gill Sans Light</vt:lpstr>
      <vt:lpstr>Times New Roman</vt:lpstr>
      <vt:lpstr>Тема Office</vt:lpstr>
      <vt:lpstr>Понятие «восприятие».</vt:lpstr>
      <vt:lpstr>Отличия ощущения от восприятия</vt:lpstr>
      <vt:lpstr>Свойства восприятия  </vt:lpstr>
      <vt:lpstr>Виды восприятия</vt:lpstr>
      <vt:lpstr>СПАСИБО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2026-03-30T23:11:54Z</dcterms:created>
  <dcterms:modified xsi:type="dcterms:W3CDTF">2026-03-30T23:58:38Z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