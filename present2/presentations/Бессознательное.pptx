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microsoft.com/office/2016/11/relationships/changesInfo" Target="changesInfos/changesInfo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16973" userId="a1d9a14f-7072-4a85-b31b-0e973982300a" providerId="ADAL" clId="{1870667B-6FDE-3A13-B09A-110481872CB8}"/>
    <pc:docChg chg="undo custSel mod addSld modSld modMainMaster setSldSz">
      <pc:chgData name="k16973" userId="a1d9a14f-7072-4a85-b31b-0e973982300a" providerId="ADAL" clId="{1870667B-6FDE-3A13-B09A-110481872CB8}" dt="2026-03-31T20:02:21.377" v="618" actId="113"/>
      <pc:docMkLst>
        <pc:docMk/>
      </pc:docMkLst>
      <pc:sldChg chg="addSp delSp modSp mod setBg modClrScheme chgLayout">
        <pc:chgData name="k16973" userId="a1d9a14f-7072-4a85-b31b-0e973982300a" providerId="ADAL" clId="{1870667B-6FDE-3A13-B09A-110481872CB8}" dt="2026-03-31T19:26:27.358" v="40" actId="26606"/>
        <pc:sldMkLst>
          <pc:docMk/>
          <pc:sldMk cId="1911030521" sldId="256"/>
        </pc:sldMkLst>
        <pc:spChg chg="del">
          <ac:chgData name="k16973" userId="a1d9a14f-7072-4a85-b31b-0e973982300a" providerId="ADAL" clId="{1870667B-6FDE-3A13-B09A-110481872CB8}" dt="2026-03-31T19:25:19.388" v="1" actId="700"/>
          <ac:spMkLst>
            <pc:docMk/>
            <pc:sldMk cId="1911030521" sldId="256"/>
            <ac:spMk id="2" creationId="{EAB73AE5-B681-AAE4-2B4D-A73DB9B5B0FE}"/>
          </ac:spMkLst>
        </pc:spChg>
        <pc:spChg chg="del">
          <ac:chgData name="k16973" userId="a1d9a14f-7072-4a85-b31b-0e973982300a" providerId="ADAL" clId="{1870667B-6FDE-3A13-B09A-110481872CB8}" dt="2026-03-31T19:25:19.388" v="1" actId="700"/>
          <ac:spMkLst>
            <pc:docMk/>
            <pc:sldMk cId="1911030521" sldId="256"/>
            <ac:spMk id="3" creationId="{CF5CFBF5-3AEC-0B7D-DC55-41821A234110}"/>
          </ac:spMkLst>
        </pc:spChg>
        <pc:spChg chg="add mod">
          <ac:chgData name="k16973" userId="a1d9a14f-7072-4a85-b31b-0e973982300a" providerId="ADAL" clId="{1870667B-6FDE-3A13-B09A-110481872CB8}" dt="2026-03-31T19:26:27.358" v="40" actId="26606"/>
          <ac:spMkLst>
            <pc:docMk/>
            <pc:sldMk cId="1911030521" sldId="256"/>
            <ac:spMk id="4" creationId="{7769B441-5030-5751-D058-1E3C35D6EB97}"/>
          </ac:spMkLst>
        </pc:spChg>
        <pc:spChg chg="add mod">
          <ac:chgData name="k16973" userId="a1d9a14f-7072-4a85-b31b-0e973982300a" providerId="ADAL" clId="{1870667B-6FDE-3A13-B09A-110481872CB8}" dt="2026-03-31T19:26:27.358" v="40" actId="26606"/>
          <ac:spMkLst>
            <pc:docMk/>
            <pc:sldMk cId="1911030521" sldId="256"/>
            <ac:spMk id="5" creationId="{B56D41DC-89B5-B165-BE70-C84B6E065BDB}"/>
          </ac:spMkLst>
        </pc:spChg>
        <pc:spChg chg="add">
          <ac:chgData name="k16973" userId="a1d9a14f-7072-4a85-b31b-0e973982300a" providerId="ADAL" clId="{1870667B-6FDE-3A13-B09A-110481872CB8}" dt="2026-03-31T19:26:27.358" v="40" actId="26606"/>
          <ac:spMkLst>
            <pc:docMk/>
            <pc:sldMk cId="1911030521" sldId="256"/>
            <ac:spMk id="14" creationId="{74751229-0244-4FBB-BED1-407467F4C951}"/>
          </ac:spMkLst>
        </pc:spChg>
        <pc:picChg chg="add">
          <ac:chgData name="k16973" userId="a1d9a14f-7072-4a85-b31b-0e973982300a" providerId="ADAL" clId="{1870667B-6FDE-3A13-B09A-110481872CB8}" dt="2026-03-31T19:26:27.358" v="40" actId="26606"/>
          <ac:picMkLst>
            <pc:docMk/>
            <pc:sldMk cId="1911030521" sldId="256"/>
            <ac:picMk id="9" creationId="{3BCB75FD-A0E9-0A54-BBDF-2BB88DEE02AD}"/>
          </ac:picMkLst>
        </pc:picChg>
        <pc:picChg chg="add">
          <ac:chgData name="k16973" userId="a1d9a14f-7072-4a85-b31b-0e973982300a" providerId="ADAL" clId="{1870667B-6FDE-3A13-B09A-110481872CB8}" dt="2026-03-31T19:26:27.358" v="40" actId="26606"/>
          <ac:picMkLst>
            <pc:docMk/>
            <pc:sldMk cId="1911030521" sldId="256"/>
            <ac:picMk id="11" creationId="{33906BE3-D5AB-47D2-A968-5F4723F4F503}"/>
          </ac:picMkLst>
        </pc:picChg>
      </pc:sldChg>
      <pc:sldChg chg="addSp delSp modSp new mod modClrScheme chgLayout">
        <pc:chgData name="k16973" userId="a1d9a14f-7072-4a85-b31b-0e973982300a" providerId="ADAL" clId="{1870667B-6FDE-3A13-B09A-110481872CB8}" dt="2026-03-31T19:36:33.880" v="179" actId="115"/>
        <pc:sldMkLst>
          <pc:docMk/>
          <pc:sldMk cId="2580708107" sldId="257"/>
        </pc:sldMkLst>
        <pc:spChg chg="del">
          <ac:chgData name="k16973" userId="a1d9a14f-7072-4a85-b31b-0e973982300a" providerId="ADAL" clId="{1870667B-6FDE-3A13-B09A-110481872CB8}" dt="2026-03-31T19:25:27.219" v="4" actId="700"/>
          <ac:spMkLst>
            <pc:docMk/>
            <pc:sldMk cId="2580708107" sldId="257"/>
            <ac:spMk id="2" creationId="{DFBE3853-F194-1D15-57AB-E664C246A71F}"/>
          </ac:spMkLst>
        </pc:spChg>
        <pc:spChg chg="add del mod">
          <ac:chgData name="k16973" userId="a1d9a14f-7072-4a85-b31b-0e973982300a" providerId="ADAL" clId="{1870667B-6FDE-3A13-B09A-110481872CB8}" dt="2026-03-31T19:36:33.880" v="179" actId="115"/>
          <ac:spMkLst>
            <pc:docMk/>
            <pc:sldMk cId="2580708107" sldId="257"/>
            <ac:spMk id="3" creationId="{56D882D5-B00E-B315-082F-1506739F145D}"/>
          </ac:spMkLst>
        </pc:spChg>
        <pc:spChg chg="del">
          <ac:chgData name="k16973" userId="a1d9a14f-7072-4a85-b31b-0e973982300a" providerId="ADAL" clId="{1870667B-6FDE-3A13-B09A-110481872CB8}" dt="2026-03-31T19:25:27.219" v="4" actId="700"/>
          <ac:spMkLst>
            <pc:docMk/>
            <pc:sldMk cId="2580708107" sldId="257"/>
            <ac:spMk id="3" creationId="{E1899C91-30D5-1355-A5EC-06A69CD3BB3F}"/>
          </ac:spMkLst>
        </pc:spChg>
        <pc:spChg chg="add mod">
          <ac:chgData name="k16973" userId="a1d9a14f-7072-4a85-b31b-0e973982300a" providerId="ADAL" clId="{1870667B-6FDE-3A13-B09A-110481872CB8}" dt="2026-03-31T19:26:58.474" v="65" actId="20577"/>
          <ac:spMkLst>
            <pc:docMk/>
            <pc:sldMk cId="2580708107" sldId="257"/>
            <ac:spMk id="4" creationId="{E3C7B08D-D1D6-3B84-4226-098C8FB0BD57}"/>
          </ac:spMkLst>
        </pc:spChg>
        <pc:spChg chg="add del mod">
          <ac:chgData name="k16973" userId="a1d9a14f-7072-4a85-b31b-0e973982300a" providerId="ADAL" clId="{1870667B-6FDE-3A13-B09A-110481872CB8}" dt="2026-03-31T19:30:38.915" v="109" actId="21"/>
          <ac:spMkLst>
            <pc:docMk/>
            <pc:sldMk cId="2580708107" sldId="257"/>
            <ac:spMk id="5" creationId="{DC4B5D05-C978-9F73-8492-C49689EEA513}"/>
          </ac:spMkLst>
        </pc:spChg>
        <pc:spChg chg="add del mod">
          <ac:chgData name="k16973" userId="a1d9a14f-7072-4a85-b31b-0e973982300a" providerId="ADAL" clId="{1870667B-6FDE-3A13-B09A-110481872CB8}" dt="2026-03-31T19:31:53.169" v="123" actId="139"/>
          <ac:spMkLst>
            <pc:docMk/>
            <pc:sldMk cId="2580708107" sldId="257"/>
            <ac:spMk id="6" creationId="{28CC6A7B-B166-7F9F-A80B-C6DCE9F0BB8F}"/>
          </ac:spMkLst>
        </pc:spChg>
      </pc:sldChg>
      <pc:sldChg chg="modSp new">
        <pc:chgData name="k16973" userId="a1d9a14f-7072-4a85-b31b-0e973982300a" providerId="ADAL" clId="{1870667B-6FDE-3A13-B09A-110481872CB8}" dt="2026-03-31T19:49:55.807" v="492" actId="20577"/>
        <pc:sldMkLst>
          <pc:docMk/>
          <pc:sldMk cId="4012985425" sldId="258"/>
        </pc:sldMkLst>
        <pc:spChg chg="mod">
          <ac:chgData name="k16973" userId="a1d9a14f-7072-4a85-b31b-0e973982300a" providerId="ADAL" clId="{1870667B-6FDE-3A13-B09A-110481872CB8}" dt="2026-03-31T19:39:41.797" v="208" actId="20577"/>
          <ac:spMkLst>
            <pc:docMk/>
            <pc:sldMk cId="4012985425" sldId="258"/>
            <ac:spMk id="2" creationId="{5D5D1225-651C-1D76-F7F4-879925E010D8}"/>
          </ac:spMkLst>
        </pc:spChg>
        <pc:spChg chg="mod">
          <ac:chgData name="k16973" userId="a1d9a14f-7072-4a85-b31b-0e973982300a" providerId="ADAL" clId="{1870667B-6FDE-3A13-B09A-110481872CB8}" dt="2026-03-31T19:49:55.807" v="492" actId="20577"/>
          <ac:spMkLst>
            <pc:docMk/>
            <pc:sldMk cId="4012985425" sldId="258"/>
            <ac:spMk id="3" creationId="{7A900B43-D94D-56FC-B85C-D757DFC7304F}"/>
          </ac:spMkLst>
        </pc:spChg>
      </pc:sldChg>
      <pc:sldChg chg="modSp new">
        <pc:chgData name="k16973" userId="a1d9a14f-7072-4a85-b31b-0e973982300a" providerId="ADAL" clId="{1870667B-6FDE-3A13-B09A-110481872CB8}" dt="2026-03-31T19:51:51.444" v="513" actId="20577"/>
        <pc:sldMkLst>
          <pc:docMk/>
          <pc:sldMk cId="2273511891" sldId="259"/>
        </pc:sldMkLst>
        <pc:spChg chg="mod">
          <ac:chgData name="k16973" userId="a1d9a14f-7072-4a85-b31b-0e973982300a" providerId="ADAL" clId="{1870667B-6FDE-3A13-B09A-110481872CB8}" dt="2026-03-31T19:50:09.901" v="493" actId="20577"/>
          <ac:spMkLst>
            <pc:docMk/>
            <pc:sldMk cId="2273511891" sldId="259"/>
            <ac:spMk id="2" creationId="{6A3D2E41-5145-C80A-E5E5-E17A9B7EFF09}"/>
          </ac:spMkLst>
        </pc:spChg>
        <pc:spChg chg="mod">
          <ac:chgData name="k16973" userId="a1d9a14f-7072-4a85-b31b-0e973982300a" providerId="ADAL" clId="{1870667B-6FDE-3A13-B09A-110481872CB8}" dt="2026-03-31T19:51:51.444" v="513" actId="20577"/>
          <ac:spMkLst>
            <pc:docMk/>
            <pc:sldMk cId="2273511891" sldId="259"/>
            <ac:spMk id="3" creationId="{8D95E904-8DCB-8503-0020-F2370428AE1D}"/>
          </ac:spMkLst>
        </pc:spChg>
      </pc:sldChg>
      <pc:sldChg chg="modSp new">
        <pc:chgData name="k16973" userId="a1d9a14f-7072-4a85-b31b-0e973982300a" providerId="ADAL" clId="{1870667B-6FDE-3A13-B09A-110481872CB8}" dt="2026-03-31T19:55:45.184" v="547" actId="20577"/>
        <pc:sldMkLst>
          <pc:docMk/>
          <pc:sldMk cId="4066307822" sldId="260"/>
        </pc:sldMkLst>
        <pc:spChg chg="mod">
          <ac:chgData name="k16973" userId="a1d9a14f-7072-4a85-b31b-0e973982300a" providerId="ADAL" clId="{1870667B-6FDE-3A13-B09A-110481872CB8}" dt="2026-03-31T19:55:45.184" v="547" actId="20577"/>
          <ac:spMkLst>
            <pc:docMk/>
            <pc:sldMk cId="4066307822" sldId="260"/>
            <ac:spMk id="2" creationId="{ECE30EDC-26B7-13F6-5D38-BF5FFF453AF7}"/>
          </ac:spMkLst>
        </pc:spChg>
        <pc:spChg chg="mod">
          <ac:chgData name="k16973" userId="a1d9a14f-7072-4a85-b31b-0e973982300a" providerId="ADAL" clId="{1870667B-6FDE-3A13-B09A-110481872CB8}" dt="2026-03-31T19:53:38.199" v="518" actId="27636"/>
          <ac:spMkLst>
            <pc:docMk/>
            <pc:sldMk cId="4066307822" sldId="260"/>
            <ac:spMk id="3" creationId="{7328AEE3-A8F5-7405-250A-E011BF0842B4}"/>
          </ac:spMkLst>
        </pc:spChg>
      </pc:sldChg>
      <pc:sldChg chg="modSp new">
        <pc:chgData name="k16973" userId="a1d9a14f-7072-4a85-b31b-0e973982300a" providerId="ADAL" clId="{1870667B-6FDE-3A13-B09A-110481872CB8}" dt="2026-03-31T19:55:32.422" v="529" actId="20577"/>
        <pc:sldMkLst>
          <pc:docMk/>
          <pc:sldMk cId="2284767764" sldId="261"/>
        </pc:sldMkLst>
        <pc:spChg chg="mod">
          <ac:chgData name="k16973" userId="a1d9a14f-7072-4a85-b31b-0e973982300a" providerId="ADAL" clId="{1870667B-6FDE-3A13-B09A-110481872CB8}" dt="2026-03-31T19:55:32.422" v="529" actId="20577"/>
          <ac:spMkLst>
            <pc:docMk/>
            <pc:sldMk cId="2284767764" sldId="261"/>
            <ac:spMk id="2" creationId="{7A6A83D2-5769-6089-540E-62A10754597D}"/>
          </ac:spMkLst>
        </pc:spChg>
        <pc:spChg chg="mod">
          <ac:chgData name="k16973" userId="a1d9a14f-7072-4a85-b31b-0e973982300a" providerId="ADAL" clId="{1870667B-6FDE-3A13-B09A-110481872CB8}" dt="2026-03-31T19:55:27.596" v="521" actId="20577"/>
          <ac:spMkLst>
            <pc:docMk/>
            <pc:sldMk cId="2284767764" sldId="261"/>
            <ac:spMk id="3" creationId="{15E5848F-D253-2799-C5EB-97CE9DA5EDCA}"/>
          </ac:spMkLst>
        </pc:spChg>
      </pc:sldChg>
      <pc:sldChg chg="modSp new">
        <pc:chgData name="k16973" userId="a1d9a14f-7072-4a85-b31b-0e973982300a" providerId="ADAL" clId="{1870667B-6FDE-3A13-B09A-110481872CB8}" dt="2026-03-31T19:57:51.938" v="572" actId="113"/>
        <pc:sldMkLst>
          <pc:docMk/>
          <pc:sldMk cId="2653786870" sldId="262"/>
        </pc:sldMkLst>
        <pc:spChg chg="mod">
          <ac:chgData name="k16973" userId="a1d9a14f-7072-4a85-b31b-0e973982300a" providerId="ADAL" clId="{1870667B-6FDE-3A13-B09A-110481872CB8}" dt="2026-03-31T19:57:17.877" v="566" actId="20577"/>
          <ac:spMkLst>
            <pc:docMk/>
            <pc:sldMk cId="2653786870" sldId="262"/>
            <ac:spMk id="2" creationId="{BC82AA4C-F641-923A-1815-9892653F4EEE}"/>
          </ac:spMkLst>
        </pc:spChg>
        <pc:spChg chg="mod">
          <ac:chgData name="k16973" userId="a1d9a14f-7072-4a85-b31b-0e973982300a" providerId="ADAL" clId="{1870667B-6FDE-3A13-B09A-110481872CB8}" dt="2026-03-31T19:57:51.938" v="572" actId="113"/>
          <ac:spMkLst>
            <pc:docMk/>
            <pc:sldMk cId="2653786870" sldId="262"/>
            <ac:spMk id="3" creationId="{7A4DB883-8CFF-3DF9-AB33-7F48C3580A4C}"/>
          </ac:spMkLst>
        </pc:spChg>
      </pc:sldChg>
      <pc:sldChg chg="modSp new">
        <pc:chgData name="k16973" userId="a1d9a14f-7072-4a85-b31b-0e973982300a" providerId="ADAL" clId="{1870667B-6FDE-3A13-B09A-110481872CB8}" dt="2026-03-31T20:01:47.452" v="599" actId="20577"/>
        <pc:sldMkLst>
          <pc:docMk/>
          <pc:sldMk cId="3182170628" sldId="263"/>
        </pc:sldMkLst>
        <pc:spChg chg="mod">
          <ac:chgData name="k16973" userId="a1d9a14f-7072-4a85-b31b-0e973982300a" providerId="ADAL" clId="{1870667B-6FDE-3A13-B09A-110481872CB8}" dt="2026-03-31T20:01:47.452" v="599" actId="20577"/>
          <ac:spMkLst>
            <pc:docMk/>
            <pc:sldMk cId="3182170628" sldId="263"/>
            <ac:spMk id="2" creationId="{0E0FA799-91BB-D716-49A9-A2F46EA377F1}"/>
          </ac:spMkLst>
        </pc:spChg>
        <pc:spChg chg="mod">
          <ac:chgData name="k16973" userId="a1d9a14f-7072-4a85-b31b-0e973982300a" providerId="ADAL" clId="{1870667B-6FDE-3A13-B09A-110481872CB8}" dt="2026-03-31T20:00:50.465" v="589" actId="113"/>
          <ac:spMkLst>
            <pc:docMk/>
            <pc:sldMk cId="3182170628" sldId="263"/>
            <ac:spMk id="3" creationId="{9C08FA98-410A-300F-C77D-A98B9EF74652}"/>
          </ac:spMkLst>
        </pc:spChg>
      </pc:sldChg>
      <pc:sldChg chg="modSp new">
        <pc:chgData name="k16973" userId="a1d9a14f-7072-4a85-b31b-0e973982300a" providerId="ADAL" clId="{1870667B-6FDE-3A13-B09A-110481872CB8}" dt="2026-03-31T20:02:21.377" v="618" actId="113"/>
        <pc:sldMkLst>
          <pc:docMk/>
          <pc:sldMk cId="842564156" sldId="264"/>
        </pc:sldMkLst>
        <pc:spChg chg="mod">
          <ac:chgData name="k16973" userId="a1d9a14f-7072-4a85-b31b-0e973982300a" providerId="ADAL" clId="{1870667B-6FDE-3A13-B09A-110481872CB8}" dt="2026-03-31T20:02:08.840" v="612" actId="20577"/>
          <ac:spMkLst>
            <pc:docMk/>
            <pc:sldMk cId="842564156" sldId="264"/>
            <ac:spMk id="2" creationId="{CD11A03C-29C9-EC09-94C7-444FAD042F98}"/>
          </ac:spMkLst>
        </pc:spChg>
        <pc:spChg chg="mod">
          <ac:chgData name="k16973" userId="a1d9a14f-7072-4a85-b31b-0e973982300a" providerId="ADAL" clId="{1870667B-6FDE-3A13-B09A-110481872CB8}" dt="2026-03-31T20:02:21.377" v="618" actId="113"/>
          <ac:spMkLst>
            <pc:docMk/>
            <pc:sldMk cId="842564156" sldId="264"/>
            <ac:spMk id="3" creationId="{0B5BD550-96B7-1AB6-5B60-D5BD38C8705E}"/>
          </ac:spMkLst>
        </pc:spChg>
      </pc:sldChg>
      <pc:sldMasterChg chg="modSp modSldLayout">
        <pc:chgData name="k16973" userId="a1d9a14f-7072-4a85-b31b-0e973982300a" providerId="ADAL" clId="{1870667B-6FDE-3A13-B09A-110481872CB8}" dt="2026-03-31T19:25:14.390" v="0" actId="26743"/>
        <pc:sldMasterMkLst>
          <pc:docMk/>
          <pc:sldMasterMk cId="716327347" sldId="2147483648"/>
        </pc:sldMasterMkLst>
        <pc:spChg chg="mod">
          <ac:chgData name="k16973" userId="a1d9a14f-7072-4a85-b31b-0e973982300a" providerId="ADAL" clId="{1870667B-6FDE-3A13-B09A-110481872CB8}" dt="2026-03-31T19:25:14.390" v="0" actId="26743"/>
          <ac:spMkLst>
            <pc:docMk/>
            <pc:sldMasterMk cId="716327347" sldId="2147483648"/>
            <ac:spMk id="2" creationId="{C6FB4498-63E9-87DB-7F47-9EC2B1C6C999}"/>
          </ac:spMkLst>
        </pc:spChg>
        <pc:spChg chg="mod">
          <ac:chgData name="k16973" userId="a1d9a14f-7072-4a85-b31b-0e973982300a" providerId="ADAL" clId="{1870667B-6FDE-3A13-B09A-110481872CB8}" dt="2026-03-31T19:25:14.390" v="0" actId="26743"/>
          <ac:spMkLst>
            <pc:docMk/>
            <pc:sldMasterMk cId="716327347" sldId="2147483648"/>
            <ac:spMk id="3" creationId="{256DE866-9708-9685-62F5-89801C23158E}"/>
          </ac:spMkLst>
        </pc:spChg>
        <pc:spChg chg="mod">
          <ac:chgData name="k16973" userId="a1d9a14f-7072-4a85-b31b-0e973982300a" providerId="ADAL" clId="{1870667B-6FDE-3A13-B09A-110481872CB8}" dt="2026-03-31T19:25:14.390" v="0" actId="26743"/>
          <ac:spMkLst>
            <pc:docMk/>
            <pc:sldMasterMk cId="716327347" sldId="2147483648"/>
            <ac:spMk id="4" creationId="{F77F5B1F-2A82-8FB0-3ADD-856DC1EFCDD1}"/>
          </ac:spMkLst>
        </pc:spChg>
        <pc:spChg chg="mod">
          <ac:chgData name="k16973" userId="a1d9a14f-7072-4a85-b31b-0e973982300a" providerId="ADAL" clId="{1870667B-6FDE-3A13-B09A-110481872CB8}" dt="2026-03-31T19:25:14.390" v="0" actId="26743"/>
          <ac:spMkLst>
            <pc:docMk/>
            <pc:sldMasterMk cId="716327347" sldId="2147483648"/>
            <ac:spMk id="5" creationId="{A6A1555A-0B0F-FC18-AA09-7D760E1B1A90}"/>
          </ac:spMkLst>
        </pc:spChg>
        <pc:spChg chg="mod">
          <ac:chgData name="k16973" userId="a1d9a14f-7072-4a85-b31b-0e973982300a" providerId="ADAL" clId="{1870667B-6FDE-3A13-B09A-110481872CB8}" dt="2026-03-31T19:25:14.390" v="0" actId="26743"/>
          <ac:spMkLst>
            <pc:docMk/>
            <pc:sldMasterMk cId="716327347" sldId="2147483648"/>
            <ac:spMk id="6" creationId="{57DF3867-EF66-09D8-51CB-A663CDCB3426}"/>
          </ac:spMkLst>
        </pc:sp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112943142" sldId="2147483649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12943142" sldId="2147483649"/>
              <ac:spMk id="2" creationId="{2C4B8FC4-BA32-CC58-EC77-C73D1F63CA1C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12943142" sldId="2147483649"/>
              <ac:spMk id="3" creationId="{87316ABA-45EF-B42A-5641-3497F3DDA9BD}"/>
            </ac:spMkLst>
          </pc:spChg>
        </pc:sldLayout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158159909" sldId="2147483651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58159909" sldId="2147483651"/>
              <ac:spMk id="2" creationId="{16D848F2-EBD5-86E0-21D9-DEF22C2A8B67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58159909" sldId="2147483651"/>
              <ac:spMk id="3" creationId="{0ED01BC9-B289-9587-4DFC-4EB76CA9BCD9}"/>
            </ac:spMkLst>
          </pc:spChg>
        </pc:sldLayout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57249051" sldId="2147483652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57249051" sldId="2147483652"/>
              <ac:spMk id="3" creationId="{981750C8-244A-2B4A-BBE0-081381495767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57249051" sldId="2147483652"/>
              <ac:spMk id="4" creationId="{14DE68ED-187C-0407-3092-A05301F6204B}"/>
            </ac:spMkLst>
          </pc:spChg>
        </pc:sldLayout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2916226598" sldId="2147483653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916226598" sldId="2147483653"/>
              <ac:spMk id="2" creationId="{BCA8B8A4-9451-F070-5B67-489E44E3A5DE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916226598" sldId="2147483653"/>
              <ac:spMk id="3" creationId="{32D88D5C-6D33-DDDD-9BA3-D8BEBAB15E22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916226598" sldId="2147483653"/>
              <ac:spMk id="4" creationId="{B1514B6C-6716-6307-5147-80DBBC0DB0A3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916226598" sldId="2147483653"/>
              <ac:spMk id="5" creationId="{D4308B3D-C81D-0901-2805-5A73E527F7A2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916226598" sldId="2147483653"/>
              <ac:spMk id="6" creationId="{59631B22-FFFD-A17B-DB58-07B379FA4B9E}"/>
            </ac:spMkLst>
          </pc:spChg>
        </pc:sldLayout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1446528368" sldId="2147483656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446528368" sldId="2147483656"/>
              <ac:spMk id="2" creationId="{A51A6D36-3CED-0C3F-678E-71BE4A13490E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446528368" sldId="2147483656"/>
              <ac:spMk id="3" creationId="{1B4B7BC3-6ECF-1F8B-BB78-DBB2979C5C80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1446528368" sldId="2147483656"/>
              <ac:spMk id="4" creationId="{44A91CCF-77C6-E1C6-B8D8-BE4BFB3C8907}"/>
            </ac:spMkLst>
          </pc:spChg>
        </pc:sldLayout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2796855375" sldId="2147483657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796855375" sldId="2147483657"/>
              <ac:spMk id="2" creationId="{A192C25D-2EF1-070F-2B1F-576EAC0E3792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796855375" sldId="2147483657"/>
              <ac:spMk id="3" creationId="{2006E705-8FF5-76BF-C189-734BC6DECDD1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2796855375" sldId="2147483657"/>
              <ac:spMk id="4" creationId="{DF109F5A-FC75-589F-5C50-4145DC02C95D}"/>
            </ac:spMkLst>
          </pc:spChg>
        </pc:sldLayoutChg>
        <pc:sldLayoutChg chg="modSp">
          <pc:chgData name="k16973" userId="a1d9a14f-7072-4a85-b31b-0e973982300a" providerId="ADAL" clId="{1870667B-6FDE-3A13-B09A-110481872CB8}" dt="2026-03-31T19:25:14.390" v="0" actId="26743"/>
          <pc:sldLayoutMkLst>
            <pc:docMk/>
            <pc:sldMasterMk cId="716327347" sldId="2147483648"/>
            <pc:sldLayoutMk cId="794308755" sldId="2147483659"/>
          </pc:sldLayoutMkLst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794308755" sldId="2147483659"/>
              <ac:spMk id="2" creationId="{F64BDFDC-AE2A-3015-B404-6E62E5ACFA56}"/>
            </ac:spMkLst>
          </pc:spChg>
          <pc:spChg chg="mod">
            <ac:chgData name="k16973" userId="a1d9a14f-7072-4a85-b31b-0e973982300a" providerId="ADAL" clId="{1870667B-6FDE-3A13-B09A-110481872CB8}" dt="2026-03-31T19:25:14.390" v="0" actId="26743"/>
            <ac:spMkLst>
              <pc:docMk/>
              <pc:sldMasterMk cId="716327347" sldId="2147483648"/>
              <pc:sldLayoutMk cId="794308755" sldId="2147483659"/>
              <ac:spMk id="3" creationId="{7A05EADC-4E8B-1AEB-03E6-5C350525DDC6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4B8FC4-BA32-CC58-EC77-C73D1F63C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316ABA-45EF-B42A-5641-3497F3DDA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076A88-A492-124F-C5D6-D4A7034D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AED5F2-C650-786D-C3EF-C6931CE8E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B991A4-8EAB-B89C-9621-377B9978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1294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582D8-C6F4-BF47-9D22-03DDF65F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FABB21-C077-0185-46CA-0EDDA959C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D9273-63BE-38A2-9802-1A329CDE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E1D3D6-8204-162B-D930-9322A332C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24B385-2F75-C963-6AFE-186E3EF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34542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D848F2-EBD5-86E0-21D9-DEF22C2A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D01BC9-B289-9587-4DFC-4EB76CA9B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52573C-EDD9-EF6E-9C2B-B9DDDF9F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CEC2A-8452-E6B5-622F-5F95AC8E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DDF264-BBC4-B632-B906-4A51AB69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5815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BB77C7-F8EE-15B3-58FC-BB628D91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750C8-244A-2B4A-BBE0-081381495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DE68ED-187C-0407-3092-A05301F62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219C83-CAA0-87A9-6392-D83D1FCD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5416ED-9D9A-E8A7-D0E8-F794C7A9A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3500A5-ED83-70F9-2B9F-8BFD0789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5724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8B8A4-9451-F070-5B67-489E44E3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D88D5C-6D33-DDDD-9BA3-D8BEBAB15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514B6C-6716-6307-5147-80DBBC0DB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308B3D-C81D-0901-2805-5A73E527F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9631B22-FFFD-A17B-DB58-07B379FA4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422027E-C5A4-2C94-E7DA-FE88FFC1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C8AD17-B090-CC51-A3FF-1C3C44E1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2181F4-FE58-CD3F-5EF3-64B7A066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91622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7B281-5868-A9F5-24CE-6219C26E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7EF229-F8C9-6E58-564A-B84FEDFE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4D1D94-AF42-35B2-F299-A745BE5A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82F23E-2C70-77AA-DA87-76FAEBA3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47980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1401D-9ABF-FA0C-5550-65ADAE02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BB5B85-9697-40D8-F032-06E0BB98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3C8FF8-A7EE-D4B6-5A51-26515436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84769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A6D36-3CED-0C3F-678E-71BE4A13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4B7BC3-6ECF-1F8B-BB78-DBB2979C5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A91CCF-77C6-E1C6-B8D8-BE4BFB3C8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89FF7F-4B31-8000-2309-83A57E61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F276B1-2E83-0588-8288-A37291D5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DA807-97E0-716C-BFAB-669BE91B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446528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2C25D-2EF1-070F-2B1F-576EAC0E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006E705-8FF5-76BF-C189-734BC6DEC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109F5A-FC75-589F-5C50-4145DC02C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4C6B20-2BEE-BB65-7E3C-897AD8A9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8E78B5-ED0B-09CA-658F-92C05F64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9F0DF1-C847-D4AA-5C3D-A88AA384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279685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C84CF-51BF-FF9C-12C2-C5E2B1E9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B0918E-8DD4-5D79-8AFC-F2ABAAD67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825651-4054-FABD-C1AD-A0F7789B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85D836-0ECF-4B78-DA0C-982CEBB8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7DAA57-F207-8E3A-F0E8-27F3F594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110264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4BDFDC-AE2A-3015-B404-6E62E5ACF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05EADC-4E8B-1AEB-03E6-5C350525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A1414-A196-ADF7-BE34-A828B1C5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09A950-9037-E5C4-6414-1075D60D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9FF9DC-F8DF-4BDC-1F5A-17041A47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79430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B4498-63E9-87DB-7F47-9EC2B1C6C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6DE866-9708-9685-62F5-89801C231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7F5B1F-2A82-8FB0-3ADD-856DC1EFC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ABD8E-54C8-9A40-8A13-72394212DC48}" type="datetimeFigureOut">
              <a:rPr lang="" smtClean="0"/>
              <a:t>03/31/2026</a:t>
            </a:fld>
            <a:endParaRPr lang="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A1555A-0B0F-FC18-AA09-7D760E1B1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DF3867-EF66-09D8-51CB-A663CDCB3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210BE-23E1-EB45-A5F3-69A696229439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7163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769B441-5030-5751-D058-1E3C35D6E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825" y="735283"/>
            <a:ext cx="3733800" cy="3165045"/>
          </a:xfrm>
        </p:spPr>
        <p:txBody>
          <a:bodyPr anchor="b">
            <a:normAutofit/>
          </a:bodyPr>
          <a:lstStyle/>
          <a:p>
            <a:pPr algn="l"/>
            <a:r>
              <a:rPr lang="ru-RU" sz="3500"/>
              <a:t>Бессознательное </a:t>
            </a:r>
            <a:endParaRPr lang="" sz="350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56D41DC-89B5-B165-BE70-C84B6E065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4078423"/>
            <a:ext cx="3733800" cy="2058657"/>
          </a:xfrm>
        </p:spPr>
        <p:txBody>
          <a:bodyPr/>
          <a:lstStyle/>
          <a:p>
            <a:pPr algn="l"/>
            <a:r>
              <a:rPr lang="ru-RU" dirty="0" err="1"/>
              <a:t>Фартдинова</a:t>
            </a:r>
            <a:r>
              <a:rPr lang="ru-RU" dirty="0"/>
              <a:t> Диана гр. 0-24-7 </a:t>
            </a:r>
            <a:endParaRPr lang="" dirty="0"/>
          </a:p>
        </p:txBody>
      </p:sp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3BCB75FD-A0E9-0A54-BBDF-2BB88DEE0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11" name="Graphic 10" descr="Head with Gears">
            <a:extLst>
              <a:ext uri="{FF2B5EF4-FFF2-40B4-BE49-F238E27FC236}">
                <a16:creationId xmlns:a16="http://schemas.microsoft.com/office/drawing/2014/main" id="{33906BE3-D5AB-47D2-A968-5F4723F4F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3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C7B08D-D1D6-3B84-4226-098C8FB0B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о бессознательном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D882D5-B00E-B315-082F-1506739F1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03" y="1825624"/>
            <a:ext cx="8466666" cy="4778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Низший уровень психики образует бессознательное.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i="1" u="sng" dirty="0"/>
              <a:t>Бессознательное – это совокупность психических процессов, актов и состояний, обусловленных воздействиями, во влиянии которых человек не дает себе отчета. </a:t>
            </a:r>
          </a:p>
          <a:p>
            <a:pPr marL="0" indent="0">
              <a:buNone/>
            </a:pPr>
            <a:r>
              <a:rPr lang="ru-RU" dirty="0"/>
              <a:t>Являясь психическим (поскольку понятие психики шире, чем понятие «сознания», «сознательное»), бессознательное представляет собой такую форму отражения действительности, при которой утрачивается полнота ориентировки во времени и месте действия, нарушается речевое регулирование поведения.</a:t>
            </a:r>
          </a:p>
          <a:p>
            <a:pPr marL="0" indent="0">
              <a:buNone/>
            </a:pPr>
            <a:r>
              <a:rPr lang="ru-RU" dirty="0"/>
              <a:t> В бессознательном, в отличие от сознания, невозможен целенаправленный контроль за совершаемыми действиями, невозможна и оценка их результата.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258070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D1225-651C-1D76-F7F4-879925E0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входит в область бессознательного 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900B43-D94D-56FC-B85C-D757DFC73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Психические явления, возникающие во сне</a:t>
            </a:r>
          </a:p>
          <a:p>
            <a:pPr marL="514350" indent="-514350">
              <a:buAutoNum type="arabicPeriod"/>
            </a:pPr>
            <a:r>
              <a:rPr lang="ru-RU" dirty="0"/>
              <a:t>Ответные реакции, которые вызываются неощущаемыми, но реально воздействующими раздражителями </a:t>
            </a:r>
          </a:p>
          <a:p>
            <a:pPr marL="514350" indent="-514350">
              <a:buAutoNum type="arabicPeriod"/>
            </a:pPr>
            <a:r>
              <a:rPr lang="ru-RU" dirty="0"/>
              <a:t>Движения, бывшие в прошлом сознательными </a:t>
            </a:r>
          </a:p>
          <a:p>
            <a:pPr marL="514350" indent="-514350">
              <a:buAutoNum type="arabicPeriod"/>
            </a:pPr>
            <a:r>
              <a:rPr lang="ru-RU" dirty="0"/>
              <a:t>Побуждения к деятельности, в которых отсутствует сознание цели </a:t>
            </a:r>
          </a:p>
          <a:p>
            <a:pPr marL="514350" indent="-514350">
              <a:buAutoNum type="arabicPeriod"/>
            </a:pPr>
            <a:r>
              <a:rPr lang="ru-RU" dirty="0"/>
              <a:t>Некоторые патологические явления </a:t>
            </a:r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401298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D2E41-5145-C80A-E5E5-E17A9B7E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95E904-8DCB-8503-0020-F2370428A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20287"/>
            <a:ext cx="7886700" cy="45566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Неосознаваемые побуждения исследовались в ситуациях так называемых </a:t>
            </a:r>
            <a:r>
              <a:rPr lang="ru-RU" dirty="0" err="1"/>
              <a:t>постгигшотических</a:t>
            </a:r>
            <a:r>
              <a:rPr lang="ru-RU" dirty="0"/>
              <a:t> состояний. Загипнотизированному человеку в экспериментальных целях внушалось, что он после выхода из гипноза должен выполнить некоторые действия; например, подойти к одному из сотрудников и </a:t>
            </a:r>
            <a:r>
              <a:rPr lang="ru-RU" b="1" u="sng" dirty="0"/>
              <a:t>развязать</a:t>
            </a:r>
            <a:r>
              <a:rPr lang="ru-RU" dirty="0"/>
              <a:t> </a:t>
            </a:r>
            <a:r>
              <a:rPr lang="ru-RU" b="1" u="sng" dirty="0"/>
              <a:t>его</a:t>
            </a:r>
            <a:r>
              <a:rPr lang="ru-RU" dirty="0"/>
              <a:t> </a:t>
            </a:r>
            <a:r>
              <a:rPr lang="ru-RU" b="1" u="sng" dirty="0"/>
              <a:t>галстук</a:t>
            </a:r>
            <a:r>
              <a:rPr lang="ru-RU" dirty="0"/>
              <a:t>. Испытуемый, испытывая явную неловкость, выполнил указание, хотя и не мог объяснить, почему ему пришло в голову совершить столь странный поступок. Попытки оправдать свое действие тем, что галстук был плохо завязан, не только для окружающих, но и для него самого выглядели явно неубедительными.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227351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30EDC-26B7-13F6-5D38-BF5FFF45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Зигмунд Фрейд 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8AEE3-A8F5-7405-250A-E011BF084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Явления бессознательного получают различные объяснения у представителей разных научных школ. Пионер изучения бессознательного 3. Фрейд под бессознательным понимал влечения человека, которые ему не удавалось реализовать, поскольку они оказались противоречащими социальным нормам. Это, по Фрейду, приводило к их вытеснению в сферу бессознательного. Свое существование эти влечения обнаруживают в обмолвках, оговорках, сновидениях.</a:t>
            </a:r>
          </a:p>
        </p:txBody>
      </p:sp>
    </p:spTree>
    <p:extLst>
      <p:ext uri="{BB962C8B-B14F-4D97-AF65-F5344CB8AC3E}">
        <p14:creationId xmlns:p14="http://schemas.microsoft.com/office/powerpoint/2010/main" val="406630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6A83D2-5769-6089-540E-62A10754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5848F-D253-2799-C5EB-97CE9DA5E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Человек строго соблюдает диету и не позволяет себе сладкого. Ночью ему снится, что он ест огромный торт, и во сне он чувствует удовольствие. Проснувшись, он испытывает стыд, хотя на самом деле ничего не нарушил. Сновидение, по Фрейду, позволило вытесненному желанию реализоваться в безопасной, скрытой форме.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228476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82AA4C-F641-923A-1815-9892653F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Надсознательное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DB883-8CFF-3DF9-AB33-7F48C3580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Разнообразие форм и проявлений бессознательного исключительно велико. В некоторых случаях можно говорить не только о бессознательном, но и </a:t>
            </a:r>
            <a:r>
              <a:rPr lang="ru-RU" b="1" dirty="0" err="1"/>
              <a:t>надсознательном</a:t>
            </a:r>
            <a:r>
              <a:rPr lang="ru-RU" dirty="0"/>
              <a:t> в поведении и деятельности человека. Усвоение социального опыта, культуры, духовных ценностей и создание этих ценностей художником или ученым, совершаясь реально, не всегда становятся предметом рефлексии и фактически оказываются соединением сознания и бессознательного. В духовном мире </a:t>
            </a:r>
            <a:r>
              <a:rPr lang="ru-RU" b="1" dirty="0"/>
              <a:t>бессознательное в достаточной степени выражено в феномене менталитета. </a:t>
            </a:r>
            <a:endParaRPr lang="" b="1" dirty="0"/>
          </a:p>
        </p:txBody>
      </p:sp>
    </p:spTree>
    <p:extLst>
      <p:ext uri="{BB962C8B-B14F-4D97-AF65-F5344CB8AC3E}">
        <p14:creationId xmlns:p14="http://schemas.microsoft.com/office/powerpoint/2010/main" val="2653786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FA799-91BB-D716-49A9-A2F46EA37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Менталитет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08FA98-410A-300F-C77D-A98B9EF7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Являясь наряду с наукой, искусством, мифологией, религией одной из форм общественного сознания, </a:t>
            </a:r>
            <a:r>
              <a:rPr lang="ru-RU" b="1" dirty="0"/>
              <a:t>менталитет</a:t>
            </a:r>
            <a:r>
              <a:rPr lang="ru-RU" dirty="0"/>
              <a:t> </a:t>
            </a:r>
            <a:r>
              <a:rPr lang="ru-RU" b="1" dirty="0"/>
              <a:t>не</a:t>
            </a:r>
            <a:r>
              <a:rPr lang="ru-RU" dirty="0"/>
              <a:t> </a:t>
            </a:r>
            <a:r>
              <a:rPr lang="ru-RU" b="1" dirty="0"/>
              <a:t>закреплен</a:t>
            </a:r>
            <a:r>
              <a:rPr lang="ru-RU" dirty="0"/>
              <a:t> </a:t>
            </a:r>
            <a:r>
              <a:rPr lang="ru-RU" b="1" dirty="0"/>
              <a:t>в</a:t>
            </a:r>
            <a:r>
              <a:rPr lang="ru-RU" dirty="0"/>
              <a:t> </a:t>
            </a:r>
            <a:r>
              <a:rPr lang="ru-RU" b="1" dirty="0"/>
              <a:t>материализованных</a:t>
            </a:r>
            <a:r>
              <a:rPr lang="ru-RU" dirty="0"/>
              <a:t> </a:t>
            </a:r>
            <a:r>
              <a:rPr lang="ru-RU" b="1" dirty="0"/>
              <a:t>продуктах</a:t>
            </a:r>
            <a:r>
              <a:rPr lang="ru-RU" dirty="0"/>
              <a:t>, а, если можно так сказать, </a:t>
            </a:r>
            <a:r>
              <a:rPr lang="ru-RU" b="1" dirty="0"/>
              <a:t>растворен</a:t>
            </a:r>
            <a:r>
              <a:rPr lang="ru-RU" dirty="0"/>
              <a:t> </a:t>
            </a:r>
            <a:r>
              <a:rPr lang="ru-RU" b="1" dirty="0"/>
              <a:t>в</a:t>
            </a:r>
            <a:r>
              <a:rPr lang="ru-RU" dirty="0"/>
              <a:t> </a:t>
            </a:r>
            <a:r>
              <a:rPr lang="ru-RU" b="1" dirty="0"/>
              <a:t>атмосфере</a:t>
            </a:r>
            <a:r>
              <a:rPr lang="ru-RU" dirty="0"/>
              <a:t> </a:t>
            </a:r>
            <a:r>
              <a:rPr lang="ru-RU" b="1" dirty="0"/>
              <a:t>общества</a:t>
            </a:r>
            <a:r>
              <a:rPr lang="ru-RU" dirty="0"/>
              <a:t>, имеет </a:t>
            </a:r>
            <a:r>
              <a:rPr lang="ru-RU" dirty="0" err="1"/>
              <a:t>надсознательный</a:t>
            </a:r>
            <a:r>
              <a:rPr lang="ru-RU" dirty="0"/>
              <a:t> характер. Войдя в структуру индивидуального сознания, он с большим трудом оказывается доступен рефлексии. Обыденное сознание проходит мимо феноменов менталитета, не замечая их, подобно тому, как незаметен воздух, пока он при перепадах атмосферного давления не приходит в движение. Почему?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318217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1A03C-29C9-EC09-94C7-444FAD0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  <a:endParaRPr lang="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5BD550-96B7-1AB6-5B60-D5BD38C87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Есть основания считать, что здесь действует механизм установки. Причем человек </a:t>
            </a:r>
            <a:r>
              <a:rPr lang="ru-RU" b="1" dirty="0"/>
              <a:t>не</a:t>
            </a:r>
            <a:r>
              <a:rPr lang="ru-RU" dirty="0"/>
              <a:t> </a:t>
            </a:r>
            <a:r>
              <a:rPr lang="ru-RU" b="1" dirty="0"/>
              <a:t>осознает</a:t>
            </a:r>
            <a:r>
              <a:rPr lang="ru-RU" dirty="0"/>
              <a:t> </a:t>
            </a:r>
            <a:r>
              <a:rPr lang="ru-RU" b="1" dirty="0"/>
              <a:t>свою</a:t>
            </a:r>
            <a:r>
              <a:rPr lang="ru-RU" dirty="0"/>
              <a:t> </a:t>
            </a:r>
            <a:r>
              <a:rPr lang="ru-RU" b="1" dirty="0"/>
              <a:t>зависимость</a:t>
            </a:r>
            <a:r>
              <a:rPr lang="ru-RU" dirty="0"/>
              <a:t> </a:t>
            </a:r>
            <a:r>
              <a:rPr lang="ru-RU" b="1" dirty="0"/>
              <a:t>от</a:t>
            </a:r>
            <a:r>
              <a:rPr lang="ru-RU" dirty="0"/>
              <a:t> </a:t>
            </a:r>
            <a:r>
              <a:rPr lang="ru-RU" b="1" dirty="0"/>
              <a:t>установки</a:t>
            </a:r>
            <a:r>
              <a:rPr lang="ru-RU" dirty="0"/>
              <a:t>, сложившейся независимо от его воли и действующей на бессознательном уровне. Именно поэтому менталитет не дает возможности субъекту осуществить рефлексию. Носитель его пребывает в убеждении, что он сам сформировал свои позиции и взгляды. В этом обстоятельстве заключаются огромные трудности перестройки сознания человека в изменяющемся мире.</a:t>
            </a:r>
            <a:endParaRPr lang="" dirty="0"/>
          </a:p>
        </p:txBody>
      </p:sp>
    </p:spTree>
    <p:extLst>
      <p:ext uri="{BB962C8B-B14F-4D97-AF65-F5344CB8AC3E}">
        <p14:creationId xmlns:p14="http://schemas.microsoft.com/office/powerpoint/2010/main" val="8425641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(4:3)</PresentationFormat>
  <Slides>9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Бессознательное </vt:lpstr>
      <vt:lpstr>Понятие о бессознательном</vt:lpstr>
      <vt:lpstr>Что входит в область бессознательного </vt:lpstr>
      <vt:lpstr>4</vt:lpstr>
      <vt:lpstr>Зигмунд Фрейд </vt:lpstr>
      <vt:lpstr>Пример </vt:lpstr>
      <vt:lpstr>Надсознательное</vt:lpstr>
      <vt:lpstr>Менталитет</vt:lpstr>
      <vt:lpstr>Установка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Бессознательное </dc:title>
  <dc:creator>Diana Phartdinova</dc:creator>
  <cp:lastModifiedBy>Diana Phartdinova</cp:lastModifiedBy>
  <cp:revision>4</cp:revision>
  <dcterms:created xsi:type="dcterms:W3CDTF">2026-03-31T19:25:07Z</dcterms:created>
  <dcterms:modified xsi:type="dcterms:W3CDTF">2026-03-31T20:03:00Z</dcterms:modified>
</cp:coreProperties>
</file>